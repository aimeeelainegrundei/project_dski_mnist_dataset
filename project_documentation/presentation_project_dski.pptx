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2"/>
  </p:notesMasterIdLst>
  <p:sldIdLst>
    <p:sldId id="256" r:id="rId5"/>
    <p:sldId id="300" r:id="rId6"/>
    <p:sldId id="301" r:id="rId7"/>
    <p:sldId id="304" r:id="rId8"/>
    <p:sldId id="306" r:id="rId9"/>
    <p:sldId id="261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2D47"/>
    <a:srgbClr val="ED625F"/>
    <a:srgbClr val="9E3E65"/>
    <a:srgbClr val="6731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0CFAF-94CD-284E-81FA-43D4A2981A67}" v="34" dt="2025-11-20T12:59:18.011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4" autoAdjust="0"/>
    <p:restoredTop sz="94556" autoAdjust="0"/>
  </p:normalViewPr>
  <p:slideViewPr>
    <p:cSldViewPr snapToGrid="0">
      <p:cViewPr varScale="1">
        <p:scale>
          <a:sx n="97" d="100"/>
          <a:sy n="97" d="100"/>
        </p:scale>
        <p:origin x="23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2" d="100"/>
        <a:sy n="72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undei, Aimee" userId="f17c29a4-8d4b-49ee-838b-97aeaaadd7f3" providerId="ADAL" clId="{4E910B0D-87E2-5B16-9603-2483FCBA173F}"/>
    <pc:docChg chg="undo custSel addSld delSld modSld sldOrd">
      <pc:chgData name="Grundei, Aimee" userId="f17c29a4-8d4b-49ee-838b-97aeaaadd7f3" providerId="ADAL" clId="{4E910B0D-87E2-5B16-9603-2483FCBA173F}" dt="2025-11-20T14:15:18.474" v="2425" actId="20577"/>
      <pc:docMkLst>
        <pc:docMk/>
      </pc:docMkLst>
      <pc:sldChg chg="modSp mod">
        <pc:chgData name="Grundei, Aimee" userId="f17c29a4-8d4b-49ee-838b-97aeaaadd7f3" providerId="ADAL" clId="{4E910B0D-87E2-5B16-9603-2483FCBA173F}" dt="2025-11-20T12:57:01.204" v="1745" actId="692"/>
        <pc:sldMkLst>
          <pc:docMk/>
          <pc:sldMk cId="1997080983" sldId="256"/>
        </pc:sldMkLst>
        <pc:cxnChg chg="mod">
          <ac:chgData name="Grundei, Aimee" userId="f17c29a4-8d4b-49ee-838b-97aeaaadd7f3" providerId="ADAL" clId="{4E910B0D-87E2-5B16-9603-2483FCBA173F}" dt="2025-11-20T12:57:01.204" v="1745" actId="692"/>
          <ac:cxnSpMkLst>
            <pc:docMk/>
            <pc:sldMk cId="1997080983" sldId="256"/>
            <ac:cxnSpMk id="6" creationId="{3BEC8FBF-EBC5-B37D-35CA-B8C95C75417A}"/>
          </ac:cxnSpMkLst>
        </pc:cxnChg>
      </pc:sldChg>
      <pc:sldChg chg="addSp modSp mod ord">
        <pc:chgData name="Grundei, Aimee" userId="f17c29a4-8d4b-49ee-838b-97aeaaadd7f3" providerId="ADAL" clId="{4E910B0D-87E2-5B16-9603-2483FCBA173F}" dt="2025-11-20T14:15:18.474" v="2425" actId="20577"/>
        <pc:sldMkLst>
          <pc:docMk/>
          <pc:sldMk cId="3694374871" sldId="261"/>
        </pc:sldMkLst>
        <pc:spChg chg="mod">
          <ac:chgData name="Grundei, Aimee" userId="f17c29a4-8d4b-49ee-838b-97aeaaadd7f3" providerId="ADAL" clId="{4E910B0D-87E2-5B16-9603-2483FCBA173F}" dt="2025-11-20T12:38:52.072" v="897" actId="1076"/>
          <ac:spMkLst>
            <pc:docMk/>
            <pc:sldMk cId="3694374871" sldId="261"/>
            <ac:spMk id="3" creationId="{C49D6D8D-4EF5-4265-88C3-9A7C15E6DEC4}"/>
          </ac:spMkLst>
        </pc:spChg>
        <pc:spChg chg="mod">
          <ac:chgData name="Grundei, Aimee" userId="f17c29a4-8d4b-49ee-838b-97aeaaadd7f3" providerId="ADAL" clId="{4E910B0D-87E2-5B16-9603-2483FCBA173F}" dt="2025-11-20T14:15:18.474" v="2425" actId="20577"/>
          <ac:spMkLst>
            <pc:docMk/>
            <pc:sldMk cId="3694374871" sldId="261"/>
            <ac:spMk id="11" creationId="{8C803DE5-6EF0-4F28-8C50-C142E51B6F78}"/>
          </ac:spMkLst>
        </pc:spChg>
        <pc:spChg chg="mod">
          <ac:chgData name="Grundei, Aimee" userId="f17c29a4-8d4b-49ee-838b-97aeaaadd7f3" providerId="ADAL" clId="{4E910B0D-87E2-5B16-9603-2483FCBA173F}" dt="2025-11-20T12:41:29.637" v="1139" actId="20577"/>
          <ac:spMkLst>
            <pc:docMk/>
            <pc:sldMk cId="3694374871" sldId="261"/>
            <ac:spMk id="14" creationId="{665DE900-AEA6-4993-B176-7D5A096CB419}"/>
          </ac:spMkLst>
        </pc:spChg>
        <pc:spChg chg="mod">
          <ac:chgData name="Grundei, Aimee" userId="f17c29a4-8d4b-49ee-838b-97aeaaadd7f3" providerId="ADAL" clId="{4E910B0D-87E2-5B16-9603-2483FCBA173F}" dt="2025-11-20T12:58:40.634" v="1787" actId="20577"/>
          <ac:spMkLst>
            <pc:docMk/>
            <pc:sldMk cId="3694374871" sldId="261"/>
            <ac:spMk id="17" creationId="{9CC598A7-1589-4155-8E9E-6556F34CFFBF}"/>
          </ac:spMkLst>
        </pc:spChg>
        <pc:spChg chg="mod">
          <ac:chgData name="Grundei, Aimee" userId="f17c29a4-8d4b-49ee-838b-97aeaaadd7f3" providerId="ADAL" clId="{4E910B0D-87E2-5B16-9603-2483FCBA173F}" dt="2025-11-20T12:58:19.012" v="1747" actId="207"/>
          <ac:spMkLst>
            <pc:docMk/>
            <pc:sldMk cId="3694374871" sldId="261"/>
            <ac:spMk id="19" creationId="{D4337333-5C0C-4BBC-9B33-936F96AD27BA}"/>
          </ac:spMkLst>
        </pc:spChg>
        <pc:spChg chg="mod">
          <ac:chgData name="Grundei, Aimee" userId="f17c29a4-8d4b-49ee-838b-97aeaaadd7f3" providerId="ADAL" clId="{4E910B0D-87E2-5B16-9603-2483FCBA173F}" dt="2025-11-20T12:58:19.012" v="1747" actId="207"/>
          <ac:spMkLst>
            <pc:docMk/>
            <pc:sldMk cId="3694374871" sldId="261"/>
            <ac:spMk id="20" creationId="{E633D0AA-8EC9-4074-835B-B9E8F510452A}"/>
          </ac:spMkLst>
        </pc:spChg>
        <pc:picChg chg="add mod">
          <ac:chgData name="Grundei, Aimee" userId="f17c29a4-8d4b-49ee-838b-97aeaaadd7f3" providerId="ADAL" clId="{4E910B0D-87E2-5B16-9603-2483FCBA173F}" dt="2025-11-20T12:38:49.572" v="896" actId="1076"/>
          <ac:picMkLst>
            <pc:docMk/>
            <pc:sldMk cId="3694374871" sldId="261"/>
            <ac:picMk id="2" creationId="{6F321F94-0706-719F-FF8C-29CD3D3713F2}"/>
          </ac:picMkLst>
        </pc:picChg>
      </pc:sldChg>
      <pc:sldChg chg="del">
        <pc:chgData name="Grundei, Aimee" userId="f17c29a4-8d4b-49ee-838b-97aeaaadd7f3" providerId="ADAL" clId="{4E910B0D-87E2-5B16-9603-2483FCBA173F}" dt="2025-11-20T12:58:25.597" v="1752" actId="2696"/>
        <pc:sldMkLst>
          <pc:docMk/>
          <pc:sldMk cId="2555141384" sldId="265"/>
        </pc:sldMkLst>
      </pc:sldChg>
      <pc:sldChg chg="del">
        <pc:chgData name="Grundei, Aimee" userId="f17c29a4-8d4b-49ee-838b-97aeaaadd7f3" providerId="ADAL" clId="{4E910B0D-87E2-5B16-9603-2483FCBA173F}" dt="2025-11-20T12:58:24.283" v="1749" actId="2696"/>
        <pc:sldMkLst>
          <pc:docMk/>
          <pc:sldMk cId="2966309257" sldId="274"/>
        </pc:sldMkLst>
      </pc:sldChg>
      <pc:sldChg chg="del">
        <pc:chgData name="Grundei, Aimee" userId="f17c29a4-8d4b-49ee-838b-97aeaaadd7f3" providerId="ADAL" clId="{4E910B0D-87E2-5B16-9603-2483FCBA173F}" dt="2025-11-20T12:58:25.192" v="1751" actId="2696"/>
        <pc:sldMkLst>
          <pc:docMk/>
          <pc:sldMk cId="3263422996" sldId="275"/>
        </pc:sldMkLst>
      </pc:sldChg>
      <pc:sldChg chg="modSp mod ord">
        <pc:chgData name="Grundei, Aimee" userId="f17c29a4-8d4b-49ee-838b-97aeaaadd7f3" providerId="ADAL" clId="{4E910B0D-87E2-5B16-9603-2483FCBA173F}" dt="2025-11-20T12:59:18.011" v="1809"/>
        <pc:sldMkLst>
          <pc:docMk/>
          <pc:sldMk cId="1604482673" sldId="284"/>
        </pc:sldMkLst>
        <pc:spChg chg="mod">
          <ac:chgData name="Grundei, Aimee" userId="f17c29a4-8d4b-49ee-838b-97aeaaadd7f3" providerId="ADAL" clId="{4E910B0D-87E2-5B16-9603-2483FCBA173F}" dt="2025-11-20T12:20:19.987" v="319" actId="20577"/>
          <ac:spMkLst>
            <pc:docMk/>
            <pc:sldMk cId="1604482673" sldId="284"/>
            <ac:spMk id="2" creationId="{7CF8B644-5F5A-4E5B-BA28-DE6E222EB900}"/>
          </ac:spMkLst>
        </pc:spChg>
        <pc:spChg chg="mod">
          <ac:chgData name="Grundei, Aimee" userId="f17c29a4-8d4b-49ee-838b-97aeaaadd7f3" providerId="ADAL" clId="{4E910B0D-87E2-5B16-9603-2483FCBA173F}" dt="2025-11-20T12:20:37.549" v="373" actId="20577"/>
          <ac:spMkLst>
            <pc:docMk/>
            <pc:sldMk cId="1604482673" sldId="284"/>
            <ac:spMk id="3" creationId="{893C76A6-847B-4C82-B5E0-00AA09AD00A5}"/>
          </ac:spMkLst>
        </pc:spChg>
        <pc:spChg chg="mod">
          <ac:chgData name="Grundei, Aimee" userId="f17c29a4-8d4b-49ee-838b-97aeaaadd7f3" providerId="ADAL" clId="{4E910B0D-87E2-5B16-9603-2483FCBA173F}" dt="2025-11-20T12:59:18.011" v="1809"/>
          <ac:spMkLst>
            <pc:docMk/>
            <pc:sldMk cId="1604482673" sldId="284"/>
            <ac:spMk id="28" creationId="{F13935AE-5DF2-446C-8700-C187C6E71514}"/>
          </ac:spMkLst>
        </pc:spChg>
        <pc:picChg chg="mod">
          <ac:chgData name="Grundei, Aimee" userId="f17c29a4-8d4b-49ee-838b-97aeaaadd7f3" providerId="ADAL" clId="{4E910B0D-87E2-5B16-9603-2483FCBA173F}" dt="2025-11-20T12:22:32.751" v="409" actId="14826"/>
          <ac:picMkLst>
            <pc:docMk/>
            <pc:sldMk cId="1604482673" sldId="284"/>
            <ac:picMk id="101" creationId="{FB375E85-E1B2-43CF-B21B-9B8C2110B7FD}"/>
          </ac:picMkLst>
        </pc:picChg>
      </pc:sldChg>
      <pc:sldChg chg="addSp delSp modSp mod">
        <pc:chgData name="Grundei, Aimee" userId="f17c29a4-8d4b-49ee-838b-97aeaaadd7f3" providerId="ADAL" clId="{4E910B0D-87E2-5B16-9603-2483FCBA173F}" dt="2025-11-20T12:58:56.289" v="1804"/>
        <pc:sldMkLst>
          <pc:docMk/>
          <pc:sldMk cId="1144966255" sldId="300"/>
        </pc:sldMkLst>
        <pc:spChg chg="add del mod">
          <ac:chgData name="Grundei, Aimee" userId="f17c29a4-8d4b-49ee-838b-97aeaaadd7f3" providerId="ADAL" clId="{4E910B0D-87E2-5B16-9603-2483FCBA173F}" dt="2025-11-20T12:04:35.742" v="86" actId="478"/>
          <ac:spMkLst>
            <pc:docMk/>
            <pc:sldMk cId="1144966255" sldId="300"/>
            <ac:spMk id="14" creationId="{46750BBF-0215-52C4-BF89-503A06C912CA}"/>
          </ac:spMkLst>
        </pc:spChg>
        <pc:spChg chg="mod">
          <ac:chgData name="Grundei, Aimee" userId="f17c29a4-8d4b-49ee-838b-97aeaaadd7f3" providerId="ADAL" clId="{4E910B0D-87E2-5B16-9603-2483FCBA173F}" dt="2025-11-20T12:09:09.638" v="162" actId="1076"/>
          <ac:spMkLst>
            <pc:docMk/>
            <pc:sldMk cId="1144966255" sldId="300"/>
            <ac:spMk id="15" creationId="{26392955-6557-4ED6-B174-E9F9D52D2E58}"/>
          </ac:spMkLst>
        </pc:spChg>
        <pc:spChg chg="add del mod">
          <ac:chgData name="Grundei, Aimee" userId="f17c29a4-8d4b-49ee-838b-97aeaaadd7f3" providerId="ADAL" clId="{4E910B0D-87E2-5B16-9603-2483FCBA173F}" dt="2025-11-20T12:05:54.734" v="124" actId="478"/>
          <ac:spMkLst>
            <pc:docMk/>
            <pc:sldMk cId="1144966255" sldId="300"/>
            <ac:spMk id="16" creationId="{27C7CF43-9AC5-56AC-A485-6C37936D7565}"/>
          </ac:spMkLst>
        </pc:spChg>
        <pc:spChg chg="add mod">
          <ac:chgData name="Grundei, Aimee" userId="f17c29a4-8d4b-49ee-838b-97aeaaadd7f3" providerId="ADAL" clId="{4E910B0D-87E2-5B16-9603-2483FCBA173F}" dt="2025-11-20T12:07:28.206" v="144" actId="1076"/>
          <ac:spMkLst>
            <pc:docMk/>
            <pc:sldMk cId="1144966255" sldId="300"/>
            <ac:spMk id="17" creationId="{C094DA4D-1068-C3A8-E524-5AF619EBCBE9}"/>
          </ac:spMkLst>
        </pc:spChg>
        <pc:spChg chg="add mod">
          <ac:chgData name="Grundei, Aimee" userId="f17c29a4-8d4b-49ee-838b-97aeaaadd7f3" providerId="ADAL" clId="{4E910B0D-87E2-5B16-9603-2483FCBA173F}" dt="2025-11-20T12:09:02.488" v="161" actId="1076"/>
          <ac:spMkLst>
            <pc:docMk/>
            <pc:sldMk cId="1144966255" sldId="300"/>
            <ac:spMk id="18" creationId="{4B9EBDAD-1832-4458-4E39-727467C39F99}"/>
          </ac:spMkLst>
        </pc:spChg>
        <pc:spChg chg="mod">
          <ac:chgData name="Grundei, Aimee" userId="f17c29a4-8d4b-49ee-838b-97aeaaadd7f3" providerId="ADAL" clId="{4E910B0D-87E2-5B16-9603-2483FCBA173F}" dt="2025-11-20T12:58:56.289" v="1804"/>
          <ac:spMkLst>
            <pc:docMk/>
            <pc:sldMk cId="1144966255" sldId="300"/>
            <ac:spMk id="19" creationId="{CBBB7DCC-419E-4462-B49C-E0F2281E7226}"/>
          </ac:spMkLst>
        </pc:spChg>
        <pc:spChg chg="add mod">
          <ac:chgData name="Grundei, Aimee" userId="f17c29a4-8d4b-49ee-838b-97aeaaadd7f3" providerId="ADAL" clId="{4E910B0D-87E2-5B16-9603-2483FCBA173F}" dt="2025-11-20T12:06:16.390" v="131" actId="1076"/>
          <ac:spMkLst>
            <pc:docMk/>
            <pc:sldMk cId="1144966255" sldId="300"/>
            <ac:spMk id="21" creationId="{AAE5E53E-2C3B-481C-50DF-113DA595BC6F}"/>
          </ac:spMkLst>
        </pc:spChg>
        <pc:spChg chg="add mod">
          <ac:chgData name="Grundei, Aimee" userId="f17c29a4-8d4b-49ee-838b-97aeaaadd7f3" providerId="ADAL" clId="{4E910B0D-87E2-5B16-9603-2483FCBA173F}" dt="2025-11-20T12:09:17.522" v="163" actId="1076"/>
          <ac:spMkLst>
            <pc:docMk/>
            <pc:sldMk cId="1144966255" sldId="300"/>
            <ac:spMk id="22" creationId="{B5F32A8A-35D1-F5E0-E965-75E4C1944247}"/>
          </ac:spMkLst>
        </pc:spChg>
        <pc:grpChg chg="add mod">
          <ac:chgData name="Grundei, Aimee" userId="f17c29a4-8d4b-49ee-838b-97aeaaadd7f3" providerId="ADAL" clId="{4E910B0D-87E2-5B16-9603-2483FCBA173F}" dt="2025-11-20T12:10:08.245" v="165" actId="164"/>
          <ac:grpSpMkLst>
            <pc:docMk/>
            <pc:sldMk cId="1144966255" sldId="300"/>
            <ac:grpSpMk id="23" creationId="{68E6DD19-6FD8-6CB4-6199-CB7800F64BA7}"/>
          </ac:grpSpMkLst>
        </pc:grpChg>
        <pc:picChg chg="add mod">
          <ac:chgData name="Grundei, Aimee" userId="f17c29a4-8d4b-49ee-838b-97aeaaadd7f3" providerId="ADAL" clId="{4E910B0D-87E2-5B16-9603-2483FCBA173F}" dt="2025-11-20T12:10:33.294" v="186" actId="207"/>
          <ac:picMkLst>
            <pc:docMk/>
            <pc:sldMk cId="1144966255" sldId="300"/>
            <ac:picMk id="4" creationId="{DAB82E60-B318-7E59-A5F3-AC059399A84E}"/>
          </ac:picMkLst>
        </pc:picChg>
        <pc:picChg chg="add mod">
          <ac:chgData name="Grundei, Aimee" userId="f17c29a4-8d4b-49ee-838b-97aeaaadd7f3" providerId="ADAL" clId="{4E910B0D-87E2-5B16-9603-2483FCBA173F}" dt="2025-11-20T12:10:33.294" v="186" actId="207"/>
          <ac:picMkLst>
            <pc:docMk/>
            <pc:sldMk cId="1144966255" sldId="300"/>
            <ac:picMk id="6" creationId="{1408B165-8B0A-0929-B6E9-082A7EEC7973}"/>
          </ac:picMkLst>
        </pc:picChg>
        <pc:picChg chg="add mod">
          <ac:chgData name="Grundei, Aimee" userId="f17c29a4-8d4b-49ee-838b-97aeaaadd7f3" providerId="ADAL" clId="{4E910B0D-87E2-5B16-9603-2483FCBA173F}" dt="2025-11-20T12:10:33.294" v="186" actId="207"/>
          <ac:picMkLst>
            <pc:docMk/>
            <pc:sldMk cId="1144966255" sldId="300"/>
            <ac:picMk id="8" creationId="{D65EEC4B-23EA-864A-F4D6-0B24C571F88A}"/>
          </ac:picMkLst>
        </pc:picChg>
        <pc:picChg chg="add mod">
          <ac:chgData name="Grundei, Aimee" userId="f17c29a4-8d4b-49ee-838b-97aeaaadd7f3" providerId="ADAL" clId="{4E910B0D-87E2-5B16-9603-2483FCBA173F}" dt="2025-11-20T12:10:33.294" v="186" actId="207"/>
          <ac:picMkLst>
            <pc:docMk/>
            <pc:sldMk cId="1144966255" sldId="300"/>
            <ac:picMk id="10" creationId="{12202AFD-0AF0-86B8-D781-428103FBFFB2}"/>
          </ac:picMkLst>
        </pc:picChg>
        <pc:picChg chg="add mod">
          <ac:chgData name="Grundei, Aimee" userId="f17c29a4-8d4b-49ee-838b-97aeaaadd7f3" providerId="ADAL" clId="{4E910B0D-87E2-5B16-9603-2483FCBA173F}" dt="2025-11-20T12:10:33.294" v="186" actId="207"/>
          <ac:picMkLst>
            <pc:docMk/>
            <pc:sldMk cId="1144966255" sldId="300"/>
            <ac:picMk id="13" creationId="{798F8581-9AEF-199A-516A-F1CC5C19B40F}"/>
          </ac:picMkLst>
        </pc:picChg>
      </pc:sldChg>
      <pc:sldChg chg="addSp delSp modSp mod setBg">
        <pc:chgData name="Grundei, Aimee" userId="f17c29a4-8d4b-49ee-838b-97aeaaadd7f3" providerId="ADAL" clId="{4E910B0D-87E2-5B16-9603-2483FCBA173F}" dt="2025-11-20T12:59:00.352" v="1805"/>
        <pc:sldMkLst>
          <pc:docMk/>
          <pc:sldMk cId="913396457" sldId="301"/>
        </pc:sldMkLst>
        <pc:spChg chg="add del mod">
          <ac:chgData name="Grundei, Aimee" userId="f17c29a4-8d4b-49ee-838b-97aeaaadd7f3" providerId="ADAL" clId="{4E910B0D-87E2-5B16-9603-2483FCBA173F}" dt="2025-11-20T12:15:21.264" v="249" actId="931"/>
          <ac:spMkLst>
            <pc:docMk/>
            <pc:sldMk cId="913396457" sldId="301"/>
            <ac:spMk id="3" creationId="{E59AC4DA-83BC-957B-4968-47DD8D3593D3}"/>
          </ac:spMkLst>
        </pc:spChg>
        <pc:spChg chg="add del mod">
          <ac:chgData name="Grundei, Aimee" userId="f17c29a4-8d4b-49ee-838b-97aeaaadd7f3" providerId="ADAL" clId="{4E910B0D-87E2-5B16-9603-2483FCBA173F}" dt="2025-11-20T12:18:33.631" v="280"/>
          <ac:spMkLst>
            <pc:docMk/>
            <pc:sldMk cId="913396457" sldId="301"/>
            <ac:spMk id="6" creationId="{3E83174D-FDDE-983B-6C7D-4B80ADD9BF90}"/>
          </ac:spMkLst>
        </pc:spChg>
        <pc:spChg chg="add del mod">
          <ac:chgData name="Grundei, Aimee" userId="f17c29a4-8d4b-49ee-838b-97aeaaadd7f3" providerId="ADAL" clId="{4E910B0D-87E2-5B16-9603-2483FCBA173F}" dt="2025-11-20T12:17:33.280" v="264" actId="931"/>
          <ac:spMkLst>
            <pc:docMk/>
            <pc:sldMk cId="913396457" sldId="301"/>
            <ac:spMk id="8" creationId="{5A713E5A-AE57-FC7C-416F-3FA8E9D9359D}"/>
          </ac:spMkLst>
        </pc:spChg>
        <pc:spChg chg="add del mod">
          <ac:chgData name="Grundei, Aimee" userId="f17c29a4-8d4b-49ee-838b-97aeaaadd7f3" providerId="ADAL" clId="{4E910B0D-87E2-5B16-9603-2483FCBA173F}" dt="2025-11-20T12:26:55.924" v="657" actId="478"/>
          <ac:spMkLst>
            <pc:docMk/>
            <pc:sldMk cId="913396457" sldId="301"/>
            <ac:spMk id="14" creationId="{C64D62CF-78D7-7FE9-EBD9-537AF2FEBF22}"/>
          </ac:spMkLst>
        </pc:spChg>
        <pc:spChg chg="mod">
          <ac:chgData name="Grundei, Aimee" userId="f17c29a4-8d4b-49ee-838b-97aeaaadd7f3" providerId="ADAL" clId="{4E910B0D-87E2-5B16-9603-2483FCBA173F}" dt="2025-11-20T12:30:29.690" v="702" actId="26606"/>
          <ac:spMkLst>
            <pc:docMk/>
            <pc:sldMk cId="913396457" sldId="301"/>
            <ac:spMk id="15" creationId="{029A8827-3374-4A11-8C85-AA2D78E9D5F2}"/>
          </ac:spMkLst>
        </pc:spChg>
        <pc:spChg chg="mod">
          <ac:chgData name="Grundei, Aimee" userId="f17c29a4-8d4b-49ee-838b-97aeaaadd7f3" providerId="ADAL" clId="{4E910B0D-87E2-5B16-9603-2483FCBA173F}" dt="2025-11-20T12:30:29.690" v="702" actId="26606"/>
          <ac:spMkLst>
            <pc:docMk/>
            <pc:sldMk cId="913396457" sldId="301"/>
            <ac:spMk id="17" creationId="{017C5392-1C76-48FA-8940-76AD15BCEF55}"/>
          </ac:spMkLst>
        </pc:spChg>
        <pc:spChg chg="mod">
          <ac:chgData name="Grundei, Aimee" userId="f17c29a4-8d4b-49ee-838b-97aeaaadd7f3" providerId="ADAL" clId="{4E910B0D-87E2-5B16-9603-2483FCBA173F}" dt="2025-11-20T12:59:00.352" v="1805"/>
          <ac:spMkLst>
            <pc:docMk/>
            <pc:sldMk cId="913396457" sldId="301"/>
            <ac:spMk id="22" creationId="{74D078E0-1675-4479-A2AB-9DD2016B8737}"/>
          </ac:spMkLst>
        </pc:spChg>
        <pc:spChg chg="mod">
          <ac:chgData name="Grundei, Aimee" userId="f17c29a4-8d4b-49ee-838b-97aeaaadd7f3" providerId="ADAL" clId="{4E910B0D-87E2-5B16-9603-2483FCBA173F}" dt="2025-11-20T12:30:29.690" v="702" actId="26606"/>
          <ac:spMkLst>
            <pc:docMk/>
            <pc:sldMk cId="913396457" sldId="301"/>
            <ac:spMk id="23" creationId="{02E0DE71-4D88-4BC4-A247-4E1F6302359A}"/>
          </ac:spMkLst>
        </pc:spChg>
        <pc:spChg chg="add del">
          <ac:chgData name="Grundei, Aimee" userId="f17c29a4-8d4b-49ee-838b-97aeaaadd7f3" providerId="ADAL" clId="{4E910B0D-87E2-5B16-9603-2483FCBA173F}" dt="2025-11-20T12:30:29.690" v="702" actId="26606"/>
          <ac:spMkLst>
            <pc:docMk/>
            <pc:sldMk cId="913396457" sldId="301"/>
            <ac:spMk id="28" creationId="{8FBA68A5-A7C7-4D91-AB95-6E0B6FFD8743}"/>
          </ac:spMkLst>
        </pc:spChg>
        <pc:spChg chg="add del">
          <ac:chgData name="Grundei, Aimee" userId="f17c29a4-8d4b-49ee-838b-97aeaaadd7f3" providerId="ADAL" clId="{4E910B0D-87E2-5B16-9603-2483FCBA173F}" dt="2025-11-20T12:30:29.690" v="702" actId="26606"/>
          <ac:spMkLst>
            <pc:docMk/>
            <pc:sldMk cId="913396457" sldId="301"/>
            <ac:spMk id="30" creationId="{DA4051E3-92B2-42FC-BB3D-372E4A614439}"/>
          </ac:spMkLst>
        </pc:spChg>
        <pc:spChg chg="add del">
          <ac:chgData name="Grundei, Aimee" userId="f17c29a4-8d4b-49ee-838b-97aeaaadd7f3" providerId="ADAL" clId="{4E910B0D-87E2-5B16-9603-2483FCBA173F}" dt="2025-11-20T12:30:29.690" v="702" actId="26606"/>
          <ac:spMkLst>
            <pc:docMk/>
            <pc:sldMk cId="913396457" sldId="301"/>
            <ac:spMk id="38" creationId="{A6F16E74-3365-4789-B97F-4F2FE678726B}"/>
          </ac:spMkLst>
        </pc:spChg>
        <pc:spChg chg="add del">
          <ac:chgData name="Grundei, Aimee" userId="f17c29a4-8d4b-49ee-838b-97aeaaadd7f3" providerId="ADAL" clId="{4E910B0D-87E2-5B16-9603-2483FCBA173F}" dt="2025-11-20T12:30:29.690" v="702" actId="26606"/>
          <ac:spMkLst>
            <pc:docMk/>
            <pc:sldMk cId="913396457" sldId="301"/>
            <ac:spMk id="40" creationId="{42E53988-7613-4C2E-81FD-F9C05C6333D8}"/>
          </ac:spMkLst>
        </pc:spChg>
        <pc:spChg chg="add del">
          <ac:chgData name="Grundei, Aimee" userId="f17c29a4-8d4b-49ee-838b-97aeaaadd7f3" providerId="ADAL" clId="{4E910B0D-87E2-5B16-9603-2483FCBA173F}" dt="2025-11-20T12:30:29.690" v="702" actId="26606"/>
          <ac:spMkLst>
            <pc:docMk/>
            <pc:sldMk cId="913396457" sldId="301"/>
            <ac:spMk id="44" creationId="{B4B94F9D-3AFE-40F8-A0BC-CC3ABE675CC2}"/>
          </ac:spMkLst>
        </pc:spChg>
        <pc:picChg chg="add mod modCrop">
          <ac:chgData name="Grundei, Aimee" userId="f17c29a4-8d4b-49ee-838b-97aeaaadd7f3" providerId="ADAL" clId="{4E910B0D-87E2-5B16-9603-2483FCBA173F}" dt="2025-11-20T12:32:47.874" v="718" actId="1076"/>
          <ac:picMkLst>
            <pc:docMk/>
            <pc:sldMk cId="913396457" sldId="301"/>
            <ac:picMk id="5" creationId="{01A6C9A3-857E-7560-C678-162493088FDC}"/>
          </ac:picMkLst>
        </pc:picChg>
        <pc:picChg chg="add del mod modCrop">
          <ac:chgData name="Grundei, Aimee" userId="f17c29a4-8d4b-49ee-838b-97aeaaadd7f3" providerId="ADAL" clId="{4E910B0D-87E2-5B16-9603-2483FCBA173F}" dt="2025-11-20T12:26:53.704" v="656" actId="478"/>
          <ac:picMkLst>
            <pc:docMk/>
            <pc:sldMk cId="913396457" sldId="301"/>
            <ac:picMk id="10" creationId="{A43BC8BE-7CDF-A09E-7CA8-EE0B1E13EF40}"/>
          </ac:picMkLst>
        </pc:picChg>
        <pc:picChg chg="add mod">
          <ac:chgData name="Grundei, Aimee" userId="f17c29a4-8d4b-49ee-838b-97aeaaadd7f3" providerId="ADAL" clId="{4E910B0D-87E2-5B16-9603-2483FCBA173F}" dt="2025-11-20T12:19:27.204" v="293" actId="1076"/>
          <ac:picMkLst>
            <pc:docMk/>
            <pc:sldMk cId="913396457" sldId="301"/>
            <ac:picMk id="11" creationId="{ED44C570-0345-9B96-6E66-363F139D5A69}"/>
          </ac:picMkLst>
        </pc:picChg>
        <pc:picChg chg="del">
          <ac:chgData name="Grundei, Aimee" userId="f17c29a4-8d4b-49ee-838b-97aeaaadd7f3" providerId="ADAL" clId="{4E910B0D-87E2-5B16-9603-2483FCBA173F}" dt="2025-11-20T12:16:47.713" v="263" actId="478"/>
          <ac:picMkLst>
            <pc:docMk/>
            <pc:sldMk cId="913396457" sldId="301"/>
            <ac:picMk id="12" creationId="{5C6EB4F4-2E2A-4AA4-BE26-B5AA4D3BDF00}"/>
          </ac:picMkLst>
        </pc:picChg>
        <pc:picChg chg="add mod ord modCrop">
          <ac:chgData name="Grundei, Aimee" userId="f17c29a4-8d4b-49ee-838b-97aeaaadd7f3" providerId="ADAL" clId="{4E910B0D-87E2-5B16-9603-2483FCBA173F}" dt="2025-11-20T12:32:45.390" v="717" actId="1076"/>
          <ac:picMkLst>
            <pc:docMk/>
            <pc:sldMk cId="913396457" sldId="301"/>
            <ac:picMk id="16" creationId="{283A470D-167D-4671-3889-EE4554F05D44}"/>
          </ac:picMkLst>
        </pc:picChg>
        <pc:picChg chg="add del mod">
          <ac:chgData name="Grundei, Aimee" userId="f17c29a4-8d4b-49ee-838b-97aeaaadd7f3" providerId="ADAL" clId="{4E910B0D-87E2-5B16-9603-2483FCBA173F}" dt="2025-11-20T12:28:34.618" v="679" actId="478"/>
          <ac:picMkLst>
            <pc:docMk/>
            <pc:sldMk cId="913396457" sldId="301"/>
            <ac:picMk id="18" creationId="{16E02DB5-AD8E-63B2-1B46-AD6D0C407A49}"/>
          </ac:picMkLst>
        </pc:picChg>
        <pc:picChg chg="add del mod">
          <ac:chgData name="Grundei, Aimee" userId="f17c29a4-8d4b-49ee-838b-97aeaaadd7f3" providerId="ADAL" clId="{4E910B0D-87E2-5B16-9603-2483FCBA173F}" dt="2025-11-20T12:32:38.368" v="714" actId="478"/>
          <ac:picMkLst>
            <pc:docMk/>
            <pc:sldMk cId="913396457" sldId="301"/>
            <ac:picMk id="20" creationId="{32CDE650-079D-CE8F-D67E-118994543755}"/>
          </ac:picMkLst>
        </pc:picChg>
        <pc:picChg chg="del mod">
          <ac:chgData name="Grundei, Aimee" userId="f17c29a4-8d4b-49ee-838b-97aeaaadd7f3" providerId="ADAL" clId="{4E910B0D-87E2-5B16-9603-2483FCBA173F}" dt="2025-11-20T12:15:14.825" v="248" actId="478"/>
          <ac:picMkLst>
            <pc:docMk/>
            <pc:sldMk cId="913396457" sldId="301"/>
            <ac:picMk id="24" creationId="{E8D6D228-D684-4F0F-9A5A-880FC7432E4D}"/>
          </ac:picMkLst>
        </pc:picChg>
      </pc:sldChg>
      <pc:sldChg chg="del">
        <pc:chgData name="Grundei, Aimee" userId="f17c29a4-8d4b-49ee-838b-97aeaaadd7f3" providerId="ADAL" clId="{4E910B0D-87E2-5B16-9603-2483FCBA173F}" dt="2025-11-20T12:58:24.745" v="1750" actId="2696"/>
        <pc:sldMkLst>
          <pc:docMk/>
          <pc:sldMk cId="987058325" sldId="302"/>
        </pc:sldMkLst>
      </pc:sldChg>
      <pc:sldChg chg="addSp delSp modSp add del mod ord">
        <pc:chgData name="Grundei, Aimee" userId="f17c29a4-8d4b-49ee-838b-97aeaaadd7f3" providerId="ADAL" clId="{4E910B0D-87E2-5B16-9603-2483FCBA173F}" dt="2025-11-20T12:58:23.763" v="1748" actId="2696"/>
        <pc:sldMkLst>
          <pc:docMk/>
          <pc:sldMk cId="1942084311" sldId="303"/>
        </pc:sldMkLst>
        <pc:spChg chg="mod">
          <ac:chgData name="Grundei, Aimee" userId="f17c29a4-8d4b-49ee-838b-97aeaaadd7f3" providerId="ADAL" clId="{4E910B0D-87E2-5B16-9603-2483FCBA173F}" dt="2025-11-20T12:14:30.095" v="238" actId="20577"/>
          <ac:spMkLst>
            <pc:docMk/>
            <pc:sldMk cId="1942084311" sldId="303"/>
            <ac:spMk id="3" creationId="{1AD8E0FE-CD1D-48DB-9832-7196271719E1}"/>
          </ac:spMkLst>
        </pc:spChg>
        <pc:spChg chg="add del mod">
          <ac:chgData name="Grundei, Aimee" userId="f17c29a4-8d4b-49ee-838b-97aeaaadd7f3" providerId="ADAL" clId="{4E910B0D-87E2-5B16-9603-2483FCBA173F}" dt="2025-11-20T12:14:45.172" v="240" actId="931"/>
          <ac:spMkLst>
            <pc:docMk/>
            <pc:sldMk cId="1942084311" sldId="303"/>
            <ac:spMk id="5" creationId="{627D3A06-CBA6-61F5-EC30-923F2AC77B07}"/>
          </ac:spMkLst>
        </pc:spChg>
        <pc:graphicFrameChg chg="del">
          <ac:chgData name="Grundei, Aimee" userId="f17c29a4-8d4b-49ee-838b-97aeaaadd7f3" providerId="ADAL" clId="{4E910B0D-87E2-5B16-9603-2483FCBA173F}" dt="2025-11-20T12:14:35.873" v="239" actId="478"/>
          <ac:graphicFrameMkLst>
            <pc:docMk/>
            <pc:sldMk cId="1942084311" sldId="303"/>
            <ac:graphicFrameMk id="12" creationId="{03F66345-BC9C-4F39-A854-C9BC568419C0}"/>
          </ac:graphicFrameMkLst>
        </pc:graphicFrameChg>
        <pc:picChg chg="add mod">
          <ac:chgData name="Grundei, Aimee" userId="f17c29a4-8d4b-49ee-838b-97aeaaadd7f3" providerId="ADAL" clId="{4E910B0D-87E2-5B16-9603-2483FCBA173F}" dt="2025-11-20T12:15:07.051" v="246" actId="1076"/>
          <ac:picMkLst>
            <pc:docMk/>
            <pc:sldMk cId="1942084311" sldId="303"/>
            <ac:picMk id="7" creationId="{F677FD85-FE21-77DD-2995-3E2CFB883D78}"/>
          </ac:picMkLst>
        </pc:picChg>
      </pc:sldChg>
      <pc:sldChg chg="addSp modSp mod ord">
        <pc:chgData name="Grundei, Aimee" userId="f17c29a4-8d4b-49ee-838b-97aeaaadd7f3" providerId="ADAL" clId="{4E910B0D-87E2-5B16-9603-2483FCBA173F}" dt="2025-11-20T12:59:10.750" v="1808"/>
        <pc:sldMkLst>
          <pc:docMk/>
          <pc:sldMk cId="2362275533" sldId="304"/>
        </pc:sldMkLst>
        <pc:spChg chg="mod">
          <ac:chgData name="Grundei, Aimee" userId="f17c29a4-8d4b-49ee-838b-97aeaaadd7f3" providerId="ADAL" clId="{4E910B0D-87E2-5B16-9603-2483FCBA173F}" dt="2025-11-20T12:59:10.750" v="1808"/>
          <ac:spMkLst>
            <pc:docMk/>
            <pc:sldMk cId="2362275533" sldId="304"/>
            <ac:spMk id="3" creationId="{4BE5F9A3-EC1A-4AB8-9A51-93EBC2DBC869}"/>
          </ac:spMkLst>
        </pc:spChg>
        <pc:spChg chg="mod">
          <ac:chgData name="Grundei, Aimee" userId="f17c29a4-8d4b-49ee-838b-97aeaaadd7f3" providerId="ADAL" clId="{4E910B0D-87E2-5B16-9603-2483FCBA173F}" dt="2025-11-20T12:35:14.439" v="787" actId="1076"/>
          <ac:spMkLst>
            <pc:docMk/>
            <pc:sldMk cId="2362275533" sldId="304"/>
            <ac:spMk id="10" creationId="{D9046EF7-AC35-4EFD-B67B-BCCD7D223073}"/>
          </ac:spMkLst>
        </pc:spChg>
        <pc:spChg chg="mod">
          <ac:chgData name="Grundei, Aimee" userId="f17c29a4-8d4b-49ee-838b-97aeaaadd7f3" providerId="ADAL" clId="{4E910B0D-87E2-5B16-9603-2483FCBA173F}" dt="2025-11-20T12:53:30.088" v="1741" actId="207"/>
          <ac:spMkLst>
            <pc:docMk/>
            <pc:sldMk cId="2362275533" sldId="304"/>
            <ac:spMk id="11" creationId="{02387DCC-3977-4A99-9BE0-CBFE5B005922}"/>
          </ac:spMkLst>
        </pc:spChg>
        <pc:spChg chg="mod">
          <ac:chgData name="Grundei, Aimee" userId="f17c29a4-8d4b-49ee-838b-97aeaaadd7f3" providerId="ADAL" clId="{4E910B0D-87E2-5B16-9603-2483FCBA173F}" dt="2025-11-20T12:53:26.299" v="1740" actId="207"/>
          <ac:spMkLst>
            <pc:docMk/>
            <pc:sldMk cId="2362275533" sldId="304"/>
            <ac:spMk id="12" creationId="{15FBF6DF-AB98-4988-9B00-AF337D5E1522}"/>
          </ac:spMkLst>
        </pc:spChg>
        <pc:spChg chg="mod">
          <ac:chgData name="Grundei, Aimee" userId="f17c29a4-8d4b-49ee-838b-97aeaaadd7f3" providerId="ADAL" clId="{4E910B0D-87E2-5B16-9603-2483FCBA173F}" dt="2025-11-20T12:53:34.865" v="1742" actId="207"/>
          <ac:spMkLst>
            <pc:docMk/>
            <pc:sldMk cId="2362275533" sldId="304"/>
            <ac:spMk id="13" creationId="{250E3A27-246E-451F-8FA8-E6FD6935D787}"/>
          </ac:spMkLst>
        </pc:spChg>
        <pc:spChg chg="mod">
          <ac:chgData name="Grundei, Aimee" userId="f17c29a4-8d4b-49ee-838b-97aeaaadd7f3" providerId="ADAL" clId="{4E910B0D-87E2-5B16-9603-2483FCBA173F}" dt="2025-11-20T12:53:40.447" v="1744" actId="207"/>
          <ac:spMkLst>
            <pc:docMk/>
            <pc:sldMk cId="2362275533" sldId="304"/>
            <ac:spMk id="14" creationId="{A1104E7E-55E9-451B-B30D-DCA20FC09E12}"/>
          </ac:spMkLst>
        </pc:spChg>
        <pc:spChg chg="mod">
          <ac:chgData name="Grundei, Aimee" userId="f17c29a4-8d4b-49ee-838b-97aeaaadd7f3" providerId="ADAL" clId="{4E910B0D-87E2-5B16-9603-2483FCBA173F}" dt="2025-11-20T12:49:55.137" v="1498" actId="255"/>
          <ac:spMkLst>
            <pc:docMk/>
            <pc:sldMk cId="2362275533" sldId="304"/>
            <ac:spMk id="15" creationId="{18FCED40-C162-4447-BEDE-F9D62FD18F24}"/>
          </ac:spMkLst>
        </pc:spChg>
        <pc:spChg chg="mod">
          <ac:chgData name="Grundei, Aimee" userId="f17c29a4-8d4b-49ee-838b-97aeaaadd7f3" providerId="ADAL" clId="{4E910B0D-87E2-5B16-9603-2483FCBA173F}" dt="2025-11-20T12:53:37.577" v="1743" actId="207"/>
          <ac:spMkLst>
            <pc:docMk/>
            <pc:sldMk cId="2362275533" sldId="304"/>
            <ac:spMk id="16" creationId="{44C7BFC5-24B5-4D4A-ABE8-E403ADD39EC8}"/>
          </ac:spMkLst>
        </pc:spChg>
        <pc:picChg chg="add mod">
          <ac:chgData name="Grundei, Aimee" userId="f17c29a4-8d4b-49ee-838b-97aeaaadd7f3" providerId="ADAL" clId="{4E910B0D-87E2-5B16-9603-2483FCBA173F}" dt="2025-11-20T12:35:05.941" v="786" actId="1076"/>
          <ac:picMkLst>
            <pc:docMk/>
            <pc:sldMk cId="2362275533" sldId="304"/>
            <ac:picMk id="2" creationId="{AFD917ED-535F-A090-B34B-615C9CE0AEEB}"/>
          </ac:picMkLst>
        </pc:picChg>
      </pc:sldChg>
      <pc:sldChg chg="modSp del mod">
        <pc:chgData name="Grundei, Aimee" userId="f17c29a4-8d4b-49ee-838b-97aeaaadd7f3" providerId="ADAL" clId="{4E910B0D-87E2-5B16-9603-2483FCBA173F}" dt="2025-11-20T12:58:26.115" v="1753" actId="2696"/>
        <pc:sldMkLst>
          <pc:docMk/>
          <pc:sldMk cId="390419980" sldId="305"/>
        </pc:sldMkLst>
        <pc:spChg chg="mod">
          <ac:chgData name="Grundei, Aimee" userId="f17c29a4-8d4b-49ee-838b-97aeaaadd7f3" providerId="ADAL" clId="{4E910B0D-87E2-5B16-9603-2483FCBA173F}" dt="2025-11-20T12:18:55.690" v="288" actId="20577"/>
          <ac:spMkLst>
            <pc:docMk/>
            <pc:sldMk cId="390419980" sldId="305"/>
            <ac:spMk id="12" creationId="{62CA1E89-F74D-4164-B92E-2F5324CCDDE7}"/>
          </ac:spMkLst>
        </pc:spChg>
      </pc:sldChg>
      <pc:sldChg chg="addSp delSp modSp add mod">
        <pc:chgData name="Grundei, Aimee" userId="f17c29a4-8d4b-49ee-838b-97aeaaadd7f3" providerId="ADAL" clId="{4E910B0D-87E2-5B16-9603-2483FCBA173F}" dt="2025-11-20T13:26:34.873" v="2371" actId="255"/>
        <pc:sldMkLst>
          <pc:docMk/>
          <pc:sldMk cId="2906789679" sldId="306"/>
        </pc:sldMkLst>
        <pc:spChg chg="mod">
          <ac:chgData name="Grundei, Aimee" userId="f17c29a4-8d4b-49ee-838b-97aeaaadd7f3" providerId="ADAL" clId="{4E910B0D-87E2-5B16-9603-2483FCBA173F}" dt="2025-11-20T12:58:48.325" v="1803" actId="20577"/>
          <ac:spMkLst>
            <pc:docMk/>
            <pc:sldMk cId="2906789679" sldId="306"/>
            <ac:spMk id="3" creationId="{21572921-C349-5E87-0121-8A8B789B7B44}"/>
          </ac:spMkLst>
        </pc:spChg>
        <pc:spChg chg="mod">
          <ac:chgData name="Grundei, Aimee" userId="f17c29a4-8d4b-49ee-838b-97aeaaadd7f3" providerId="ADAL" clId="{4E910B0D-87E2-5B16-9603-2483FCBA173F}" dt="2025-11-20T12:35:45.475" v="799" actId="20577"/>
          <ac:spMkLst>
            <pc:docMk/>
            <pc:sldMk cId="2906789679" sldId="306"/>
            <ac:spMk id="10" creationId="{C36E1397-4C1B-7C9A-209B-A82A8A0B9017}"/>
          </ac:spMkLst>
        </pc:spChg>
        <pc:spChg chg="mod">
          <ac:chgData name="Grundei, Aimee" userId="f17c29a4-8d4b-49ee-838b-97aeaaadd7f3" providerId="ADAL" clId="{4E910B0D-87E2-5B16-9603-2483FCBA173F}" dt="2025-11-20T13:10:48.556" v="2285" actId="255"/>
          <ac:spMkLst>
            <pc:docMk/>
            <pc:sldMk cId="2906789679" sldId="306"/>
            <ac:spMk id="11" creationId="{1AAF7FC3-3515-B3F4-81D1-36DAB16D7C5E}"/>
          </ac:spMkLst>
        </pc:spChg>
        <pc:spChg chg="mod">
          <ac:chgData name="Grundei, Aimee" userId="f17c29a4-8d4b-49ee-838b-97aeaaadd7f3" providerId="ADAL" clId="{4E910B0D-87E2-5B16-9603-2483FCBA173F}" dt="2025-11-20T13:26:34.873" v="2371" actId="255"/>
          <ac:spMkLst>
            <pc:docMk/>
            <pc:sldMk cId="2906789679" sldId="306"/>
            <ac:spMk id="12" creationId="{FB50BED8-4527-9C19-1036-73F9F82148E4}"/>
          </ac:spMkLst>
        </pc:spChg>
        <pc:spChg chg="mod">
          <ac:chgData name="Grundei, Aimee" userId="f17c29a4-8d4b-49ee-838b-97aeaaadd7f3" providerId="ADAL" clId="{4E910B0D-87E2-5B16-9603-2483FCBA173F}" dt="2025-11-20T12:58:09.796" v="1746" actId="207"/>
          <ac:spMkLst>
            <pc:docMk/>
            <pc:sldMk cId="2906789679" sldId="306"/>
            <ac:spMk id="13" creationId="{BEF8891E-AB5C-92A4-8C71-1B5057E55944}"/>
          </ac:spMkLst>
        </pc:spChg>
        <pc:spChg chg="mod">
          <ac:chgData name="Grundei, Aimee" userId="f17c29a4-8d4b-49ee-838b-97aeaaadd7f3" providerId="ADAL" clId="{4E910B0D-87E2-5B16-9603-2483FCBA173F}" dt="2025-11-20T12:58:09.796" v="1746" actId="207"/>
          <ac:spMkLst>
            <pc:docMk/>
            <pc:sldMk cId="2906789679" sldId="306"/>
            <ac:spMk id="14" creationId="{5F666AA2-F339-72B7-7F11-D1C04B15B1F5}"/>
          </ac:spMkLst>
        </pc:spChg>
        <pc:spChg chg="mod">
          <ac:chgData name="Grundei, Aimee" userId="f17c29a4-8d4b-49ee-838b-97aeaaadd7f3" providerId="ADAL" clId="{4E910B0D-87E2-5B16-9603-2483FCBA173F}" dt="2025-11-20T13:10:59.103" v="2287" actId="255"/>
          <ac:spMkLst>
            <pc:docMk/>
            <pc:sldMk cId="2906789679" sldId="306"/>
            <ac:spMk id="15" creationId="{44651DBE-F068-BB1F-5B41-3D21913C879C}"/>
          </ac:spMkLst>
        </pc:spChg>
        <pc:spChg chg="mod">
          <ac:chgData name="Grundei, Aimee" userId="f17c29a4-8d4b-49ee-838b-97aeaaadd7f3" providerId="ADAL" clId="{4E910B0D-87E2-5B16-9603-2483FCBA173F}" dt="2025-11-20T12:58:09.796" v="1746" actId="207"/>
          <ac:spMkLst>
            <pc:docMk/>
            <pc:sldMk cId="2906789679" sldId="306"/>
            <ac:spMk id="16" creationId="{4B2748A9-16BD-8069-DE62-96CD21DAC5F7}"/>
          </ac:spMkLst>
        </pc:spChg>
        <pc:picChg chg="del">
          <ac:chgData name="Grundei, Aimee" userId="f17c29a4-8d4b-49ee-838b-97aeaaadd7f3" providerId="ADAL" clId="{4E910B0D-87E2-5B16-9603-2483FCBA173F}" dt="2025-11-20T12:35:52.495" v="800" actId="478"/>
          <ac:picMkLst>
            <pc:docMk/>
            <pc:sldMk cId="2906789679" sldId="306"/>
            <ac:picMk id="2" creationId="{3A9E8334-0BC8-7D90-C677-A680E55417A7}"/>
          </ac:picMkLst>
        </pc:picChg>
        <pc:picChg chg="add mod">
          <ac:chgData name="Grundei, Aimee" userId="f17c29a4-8d4b-49ee-838b-97aeaaadd7f3" providerId="ADAL" clId="{4E910B0D-87E2-5B16-9603-2483FCBA173F}" dt="2025-11-20T12:35:56.209" v="802" actId="1076"/>
          <ac:picMkLst>
            <pc:docMk/>
            <pc:sldMk cId="2906789679" sldId="306"/>
            <ac:picMk id="4" creationId="{862792B2-6E37-CFB4-7818-465CF44EBD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51CB3-929A-46AA-91E0-510E89CC6168}" type="datetimeFigureOut">
              <a:rPr lang="en-US" smtClean="0"/>
              <a:t>11/20/25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E2FE4-6336-4905-8984-1BD411899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13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AE207-564E-47A1-98A5-5E5AE2BB697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4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F6B84-22F7-4900-A10E-54CE716102E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928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1C694-FCB4-4B09-A0E2-0EA21922B48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62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AE207-564E-47A1-98A5-5E5AE2BB697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041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6">
            <a:extLst>
              <a:ext uri="{FF2B5EF4-FFF2-40B4-BE49-F238E27FC236}">
                <a16:creationId xmlns:a16="http://schemas.microsoft.com/office/drawing/2014/main" id="{E77FA134-921C-43EE-92E3-539725117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052" y="4831105"/>
            <a:ext cx="6265486" cy="1075278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endParaRPr lang="en-US" sz="4000" dirty="0"/>
          </a:p>
        </p:txBody>
      </p:sp>
      <p:sp>
        <p:nvSpPr>
          <p:cNvPr id="30" name="Subtitle 7">
            <a:extLst>
              <a:ext uri="{FF2B5EF4-FFF2-40B4-BE49-F238E27FC236}">
                <a16:creationId xmlns:a16="http://schemas.microsoft.com/office/drawing/2014/main" id="{17AE8BF6-9AD3-4A75-840F-4781599DF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2022" y="4837855"/>
            <a:ext cx="2771933" cy="986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/>
            </a:lvl1pPr>
          </a:lstStyle>
          <a:p>
            <a:pPr algn="l"/>
            <a:endParaRPr lang="en-US" sz="1800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3070A8-8189-4083-9ED0-E15F99262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9094" y="344805"/>
            <a:ext cx="10369604" cy="4154274"/>
          </a:xfrm>
          <a:custGeom>
            <a:avLst/>
            <a:gdLst>
              <a:gd name="connsiteX0" fmla="*/ 0 w 10351056"/>
              <a:gd name="connsiteY0" fmla="*/ 0 h 4167962"/>
              <a:gd name="connsiteX1" fmla="*/ 10351056 w 10351056"/>
              <a:gd name="connsiteY1" fmla="*/ 0 h 4167962"/>
              <a:gd name="connsiteX2" fmla="*/ 10351056 w 10351056"/>
              <a:gd name="connsiteY2" fmla="*/ 4167962 h 4167962"/>
              <a:gd name="connsiteX3" fmla="*/ 0 w 10351056"/>
              <a:gd name="connsiteY3" fmla="*/ 4167962 h 416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51056" h="4167962">
                <a:moveTo>
                  <a:pt x="0" y="0"/>
                </a:moveTo>
                <a:lnTo>
                  <a:pt x="10351056" y="0"/>
                </a:lnTo>
                <a:lnTo>
                  <a:pt x="10351056" y="4167962"/>
                </a:lnTo>
                <a:lnTo>
                  <a:pt x="0" y="4167962"/>
                </a:ln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F51BDE-1EB3-41BB-B5A9-7DAD219A30D3}"/>
              </a:ext>
            </a:extLst>
          </p:cNvPr>
          <p:cNvCxnSpPr>
            <a:cxnSpLocks/>
          </p:cNvCxnSpPr>
          <p:nvPr userDrawn="1"/>
        </p:nvCxnSpPr>
        <p:spPr>
          <a:xfrm>
            <a:off x="7274510" y="4502925"/>
            <a:ext cx="0" cy="155163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F10827-3B8A-4BA2-B6EC-23D5DC894A6B}"/>
              </a:ext>
            </a:extLst>
          </p:cNvPr>
          <p:cNvCxnSpPr>
            <a:cxnSpLocks/>
          </p:cNvCxnSpPr>
          <p:nvPr userDrawn="1"/>
        </p:nvCxnSpPr>
        <p:spPr>
          <a:xfrm>
            <a:off x="367744" y="6047437"/>
            <a:ext cx="1038758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2E242F-C9A2-41FB-A4D0-2E91F1957FEE}"/>
              </a:ext>
            </a:extLst>
          </p:cNvPr>
          <p:cNvCxnSpPr>
            <a:cxnSpLocks/>
          </p:cNvCxnSpPr>
          <p:nvPr userDrawn="1"/>
        </p:nvCxnSpPr>
        <p:spPr>
          <a:xfrm>
            <a:off x="10756631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19351D2-E3C1-4B5E-92DD-953B72A1A5DD}"/>
              </a:ext>
            </a:extLst>
          </p:cNvPr>
          <p:cNvSpPr/>
          <p:nvPr userDrawn="1"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7DAEB32-E6EB-45FD-95D9-4FD7A15AFA45}"/>
              </a:ext>
            </a:extLst>
          </p:cNvPr>
          <p:cNvCxnSpPr>
            <a:cxnSpLocks/>
          </p:cNvCxnSpPr>
          <p:nvPr userDrawn="1"/>
        </p:nvCxnSpPr>
        <p:spPr>
          <a:xfrm>
            <a:off x="367744" y="4506699"/>
            <a:ext cx="1038758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74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56E0922C-727E-41DE-A291-8B2532C0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124194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BA21BC3-D7D6-4CE3-80EE-27EBA4E5D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0300"/>
            <a:ext cx="6025116" cy="3352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5708CD-5501-430E-B7D6-9831917B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9B3BC8-B948-466C-AF97-12DC1F49F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D76934F-0BCD-42BE-8D13-007AA387F75E}"/>
              </a:ext>
            </a:extLst>
          </p:cNvPr>
          <p:cNvSpPr/>
          <p:nvPr userDrawn="1"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C4F7C6-EA76-4465-96E2-8136E709C879}"/>
              </a:ext>
            </a:extLst>
          </p:cNvPr>
          <p:cNvCxnSpPr>
            <a:cxnSpLocks/>
          </p:cNvCxnSpPr>
          <p:nvPr userDrawn="1"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BC92E4-5631-44E1-BB52-402CFAEC8C4C}"/>
              </a:ext>
            </a:extLst>
          </p:cNvPr>
          <p:cNvCxnSpPr>
            <a:cxnSpLocks/>
          </p:cNvCxnSpPr>
          <p:nvPr userDrawn="1"/>
        </p:nvCxnSpPr>
        <p:spPr>
          <a:xfrm>
            <a:off x="367744" y="1914832"/>
            <a:ext cx="1038095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CF136D33-904D-4627-9996-906BEF93C9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69480" y="1928306"/>
            <a:ext cx="3465576" cy="4105656"/>
          </a:xfrm>
          <a:prstGeom prst="rect">
            <a:avLst/>
          </a:prstGeom>
          <a:ln w="127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43D922A-C0B9-48C6-809E-CBA3A3EBD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30226281-A676-4C1E-8049-52CC2582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71ED17-C1A9-46D5-910E-FDF38A930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58332" y="1928306"/>
            <a:ext cx="0" cy="411913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82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7BE1DF-0774-41C3-9C97-8D3AD9389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86300" y="0"/>
            <a:ext cx="7505700" cy="6857999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41EA2F-8E7F-4936-8937-E05DE1B6D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6BB0744-4032-429E-81B9-1EBE6AFCE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50092" y="334928"/>
            <a:ext cx="6774164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04C1EC-8E4D-4E9F-841F-FF2380B7C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143" y="633510"/>
            <a:ext cx="4951823" cy="1500079"/>
          </a:xfrm>
          <a:prstGeom prst="rect">
            <a:avLst/>
          </a:prstGeom>
        </p:spPr>
        <p:txBody>
          <a:bodyPr anchor="ctr"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02D4F4-E402-4EA2-8CDA-405B9833B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50092" y="2400300"/>
            <a:ext cx="569561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74903B-A74C-4D16-86A8-D85D219A7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50092" y="6047437"/>
            <a:ext cx="569860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7D764FFE-180D-413D-90DD-38B2D8085A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9750" y="400050"/>
            <a:ext cx="3606800" cy="28606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BF014A06-7AE6-44FE-91E3-FEB7684D9B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50" y="3565525"/>
            <a:ext cx="3606800" cy="28606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083020B-D4FB-4832-A179-A12C19793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144" y="2794959"/>
            <a:ext cx="4856441" cy="28777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E4C44237-91BD-4719-B8CD-6872D6B5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CFFD0E8B-3567-4411-BD34-4E23A530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6544" y="6140304"/>
            <a:ext cx="4837555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13E6DE9C-E7EB-437D-B94C-9A0FCBB9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29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52EDCA6-1225-4B6A-A472-B6CA4F087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94205" y="334928"/>
            <a:ext cx="5030049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8DB24CC9-9982-48F5-AC84-8BC798647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4444" y="2402613"/>
            <a:ext cx="3282184" cy="3331867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endParaRPr lang="en-US" sz="4000" dirty="0"/>
          </a:p>
        </p:txBody>
      </p:sp>
      <p:sp>
        <p:nvSpPr>
          <p:cNvPr id="14" name="Subtitle 7">
            <a:extLst>
              <a:ext uri="{FF2B5EF4-FFF2-40B4-BE49-F238E27FC236}">
                <a16:creationId xmlns:a16="http://schemas.microsoft.com/office/drawing/2014/main" id="{FC99F065-85FB-4119-8563-EBEBA19D8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4444" y="703687"/>
            <a:ext cx="3282183" cy="86638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algn="l"/>
            <a:endParaRPr lang="en-US" sz="180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FF4E34A6-68BF-4D27-92C8-14198687EA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262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E17047-5589-496A-9175-01C0DBED9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D5E6EB-5885-4136-82DD-79A4C7BC7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794205" y="1905000"/>
            <a:ext cx="3954493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FFDBF2-9C31-41E2-AFC9-6F582160E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794205" y="6047437"/>
            <a:ext cx="3954493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02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7752C32-FE88-461A-A320-F0FF6450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2">
            <a:extLst>
              <a:ext uri="{FF2B5EF4-FFF2-40B4-BE49-F238E27FC236}">
                <a16:creationId xmlns:a16="http://schemas.microsoft.com/office/drawing/2014/main" id="{4A9995F5-BBA7-47BE-B414-1E91F5CC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1241944"/>
          </a:xfrm>
          <a:prstGeom prst="rect">
            <a:avLst/>
          </a:prstGeom>
        </p:spPr>
        <p:txBody>
          <a:bodyPr anchor="ctr"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6BC4-6132-432A-93A3-FC1CEC986E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5350" y="2205038"/>
            <a:ext cx="9324975" cy="3551237"/>
          </a:xfrm>
          <a:prstGeom prst="rect">
            <a:avLst/>
          </a:prstGeom>
          <a:ln>
            <a:noFill/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AD1A4E-FF33-4D87-BF0D-0DA82DE2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B28AE0-B12D-46BB-8F35-EA3EAAC4A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60" y="19050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852653-B024-4EEC-BEFB-852B6A60C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141E53DE-0FDA-443A-BF04-E586CAE9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2E6870CF-EB0F-47B3-B772-2F41E7F9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3F934B96-6828-4DE6-80D3-EDDDEE554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35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2">
            <a:extLst>
              <a:ext uri="{FF2B5EF4-FFF2-40B4-BE49-F238E27FC236}">
                <a16:creationId xmlns:a16="http://schemas.microsoft.com/office/drawing/2014/main" id="{11C5B995-EBCD-4B5D-955D-DAE03BEF9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1241944"/>
          </a:xfrm>
          <a:prstGeom prst="rect">
            <a:avLst/>
          </a:prstGeom>
        </p:spPr>
        <p:txBody>
          <a:bodyPr anchor="ctr"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B95B-B1F7-4600-8D22-AD7A00C4AD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20788" y="2322513"/>
            <a:ext cx="8662987" cy="3309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AD992-CC5C-43EA-8C97-C2036BFDD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4C5C62-3452-49AD-97D2-1EE2273C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0B5122-602C-4BB8-BD04-40CC2A313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60" y="19050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1F98C5-DCA3-4AAC-8C7E-58B638FE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4670FE8-87E8-4FE2-B437-4F3954E9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687079D-53C7-4BBC-A843-6315E4C769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924DBA1-0E30-4F9F-9F9A-82AED546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9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743B0E5-41F6-44A3-8E2A-28BC3ED8DD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B22C98-8755-4B60-9158-1AFC81BF0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0671" y="723672"/>
            <a:ext cx="2915296" cy="388466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algn="l"/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F9F40-31A0-4D50-B709-3BDA458638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0313" y="5005388"/>
            <a:ext cx="3609975" cy="8509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40AD8D6-0F07-4B79-B048-610E30571A87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580670" y="6112465"/>
            <a:ext cx="3009660" cy="314914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A2E68FD-8458-4B08-AD7F-9BF9B1EF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43E7FC-72BA-4410-BEEB-6E6C1A0409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68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D8125C-8233-4C72-8983-CC6990AA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0402" y="334926"/>
            <a:ext cx="10380953" cy="417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CA81BCE9-F7ED-4154-818A-7F699215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01017"/>
            <a:ext cx="9428265" cy="104656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E1EF7-8C88-414A-8D08-EAFDCD96F1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5963" y="733425"/>
            <a:ext cx="9672637" cy="3462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FB3EF423-89DD-47EF-9342-BC2A8CBF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88177DA-D5BB-4C3D-A00E-3C5A7764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3C4F7893-0371-48EA-AB08-2B24C9C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F0C034-6B76-4E63-BF15-7D8B798FD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67744" y="334926"/>
            <a:ext cx="11456511" cy="6188148"/>
            <a:chOff x="367744" y="334926"/>
            <a:chExt cx="11456511" cy="61881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8CFBFD4-AE67-4CC7-B3B9-1A908309B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48698" y="334926"/>
              <a:ext cx="0" cy="618814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9AC58E-84E8-4925-911F-647770530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3060" y="4495800"/>
              <a:ext cx="10375638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0E585EE-2D3B-48F9-B374-A83E2C55A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3060" y="6047437"/>
              <a:ext cx="10375638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8C1EDD-013F-4E61-AE1E-A91C9132B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67744" y="334926"/>
              <a:ext cx="11456511" cy="618814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920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D8125C-8233-4C72-8983-CC6990AA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0402" y="334926"/>
            <a:ext cx="10380953" cy="417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CA81BCE9-F7ED-4154-818A-7F699215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01017"/>
            <a:ext cx="9428265" cy="104656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FB3EF423-89DD-47EF-9342-BC2A8CBF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88177DA-D5BB-4C3D-A00E-3C5A7764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3C4F7893-0371-48EA-AB08-2B24C9C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F0C034-6B76-4E63-BF15-7D8B798FD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67744" y="334926"/>
            <a:ext cx="11456511" cy="6188148"/>
            <a:chOff x="367744" y="334926"/>
            <a:chExt cx="11456511" cy="61881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8CFBFD4-AE67-4CC7-B3B9-1A908309B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48698" y="334926"/>
              <a:ext cx="0" cy="618814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9AC58E-84E8-4925-911F-647770530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3060" y="4495800"/>
              <a:ext cx="10375638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0E585EE-2D3B-48F9-B374-A83E2C55A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3060" y="6047437"/>
              <a:ext cx="10375638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8C1EDD-013F-4E61-AE1E-A91C9132B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67744" y="334926"/>
              <a:ext cx="11456511" cy="618814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38C44DD-74B1-4AE9-B569-F63E2FEE9D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4307" y="3203709"/>
            <a:ext cx="1920240" cy="274320"/>
          </a:xfrm>
          <a:prstGeom prst="rect">
            <a:avLst/>
          </a:prstGeom>
        </p:spPr>
        <p:txBody>
          <a:bodyPr t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spc="2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D24641D-27EE-4D95-AD1E-BDFB5EEC5C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14307" y="3477978"/>
            <a:ext cx="1920240" cy="274320"/>
          </a:xfrm>
          <a:prstGeom prst="rect">
            <a:avLst/>
          </a:prstGeom>
        </p:spPr>
        <p:txBody>
          <a:bodyPr t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A7B09AC0-8D4B-4493-83A5-9DB293447F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4307" y="1150281"/>
            <a:ext cx="1920240" cy="19202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630C593-1E71-40BF-AA71-DFBE6064863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67147" y="1151688"/>
            <a:ext cx="1920240" cy="19202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2E684EF2-E9E7-44F1-922E-CD8D8B600D2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8581" y="1151688"/>
            <a:ext cx="1920240" cy="19202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C1252664-31E5-43E4-BF6F-51E72AC485C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968607" y="1151688"/>
            <a:ext cx="1920240" cy="19202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1A049E15-2ACB-4446-AF06-7D15025ABD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67147" y="3203709"/>
            <a:ext cx="1920240" cy="274320"/>
          </a:xfrm>
          <a:prstGeom prst="rect">
            <a:avLst/>
          </a:prstGeom>
        </p:spPr>
        <p:txBody>
          <a:bodyPr t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spc="2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42322A6D-9B1B-4507-BECE-EE0FBB426F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7147" y="3477978"/>
            <a:ext cx="1920240" cy="274320"/>
          </a:xfrm>
          <a:prstGeom prst="rect">
            <a:avLst/>
          </a:prstGeom>
        </p:spPr>
        <p:txBody>
          <a:bodyPr t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04DAAA6C-C8F0-4566-A3AA-7F12C4B0D9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16107" y="3203709"/>
            <a:ext cx="1920240" cy="274320"/>
          </a:xfrm>
          <a:prstGeom prst="rect">
            <a:avLst/>
          </a:prstGeom>
        </p:spPr>
        <p:txBody>
          <a:bodyPr t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spc="2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174EE17C-EC9D-4F9D-A19C-90E2C7677A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6107" y="3477978"/>
            <a:ext cx="1920240" cy="274320"/>
          </a:xfrm>
          <a:prstGeom prst="rect">
            <a:avLst/>
          </a:prstGeom>
        </p:spPr>
        <p:txBody>
          <a:bodyPr t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8F10BB8F-90AC-479D-AB84-4D2A409107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5067" y="3203709"/>
            <a:ext cx="1920240" cy="274320"/>
          </a:xfrm>
          <a:prstGeom prst="rect">
            <a:avLst/>
          </a:prstGeom>
        </p:spPr>
        <p:txBody>
          <a:bodyPr t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spc="2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E69E59F9-8F92-45C9-BE95-9C54639A40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65067" y="3477978"/>
            <a:ext cx="1920240" cy="274320"/>
          </a:xfrm>
          <a:prstGeom prst="rect">
            <a:avLst/>
          </a:prstGeom>
        </p:spPr>
        <p:txBody>
          <a:bodyPr t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617701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2F9CAA-C420-4606-BBA7-1BE833972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0402" y="334926"/>
            <a:ext cx="10380953" cy="4177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89EE4F50-D5FE-416E-B106-44F39D78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801017"/>
            <a:ext cx="9428265" cy="104656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692629-8B3C-4FAB-A215-77BDB1CE4D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888" y="460375"/>
            <a:ext cx="10090150" cy="3940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0EAF6142-D387-45DC-8E2F-1DDAC59E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7FDBF4E-7657-4C05-A651-DBD2110E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1DB533C-F081-41F7-9ACC-CFCE4E1C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269444-8A15-411E-9D42-E9952E708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67744" y="334926"/>
            <a:ext cx="11456511" cy="6188148"/>
            <a:chOff x="367744" y="334926"/>
            <a:chExt cx="11456511" cy="618814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A5C7F65-513A-4257-8E7F-AA1C4637C6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48698" y="334926"/>
              <a:ext cx="0" cy="618814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42BE5B-42CB-4DBC-B47A-568412D40F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3060" y="4495800"/>
              <a:ext cx="10375638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CAD020-0AF5-4E6F-B239-EF4788C3A4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3060" y="6047437"/>
              <a:ext cx="10375638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BD3DBBA-B457-4F8F-B535-F4BBD869123A}"/>
                </a:ext>
              </a:extLst>
            </p:cNvPr>
            <p:cNvSpPr/>
            <p:nvPr userDrawn="1"/>
          </p:nvSpPr>
          <p:spPr>
            <a:xfrm>
              <a:off x="367744" y="334926"/>
              <a:ext cx="11456511" cy="618814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0276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1E4486-AF4A-46B2-83B0-62A766746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67744" y="334926"/>
            <a:ext cx="11456511" cy="6188148"/>
            <a:chOff x="367744" y="334926"/>
            <a:chExt cx="11456511" cy="61881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0B7F1F-E36C-42A8-B580-77359A3E0215}"/>
                </a:ext>
              </a:extLst>
            </p:cNvPr>
            <p:cNvSpPr/>
            <p:nvPr userDrawn="1"/>
          </p:nvSpPr>
          <p:spPr>
            <a:xfrm>
              <a:off x="367744" y="334926"/>
              <a:ext cx="11456511" cy="618814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F7B0A2-F12F-43A8-A491-2988C24D6C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48698" y="334926"/>
              <a:ext cx="0" cy="618814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017A5F0-B72D-4B0B-818C-7169D4E7E0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3060" y="6047437"/>
              <a:ext cx="10375638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itle 12">
            <a:extLst>
              <a:ext uri="{FF2B5EF4-FFF2-40B4-BE49-F238E27FC236}">
                <a16:creationId xmlns:a16="http://schemas.microsoft.com/office/drawing/2014/main" id="{6F266F4A-AFE2-4AD8-9F2B-0010CE68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13" y="586798"/>
            <a:ext cx="9396733" cy="108664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F18991D3-A38E-4DE7-9D6E-53AA120BE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513" y="1673444"/>
            <a:ext cx="4565283" cy="6654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E584473-A091-47EA-978E-81E176D38A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38927"/>
            <a:ext cx="4565283" cy="34929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8EBC4CA9-77BB-4FA9-BB50-D2763CFB28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68963" y="1673444"/>
            <a:ext cx="4565283" cy="6654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718600FE-3F5C-4372-8219-73FADB4F8D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8963" y="2338927"/>
            <a:ext cx="4565283" cy="34929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62401C58-8FCE-46CB-B066-10B0DA1C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02DDEA9-C768-4298-B08D-D1218FE5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1DA43427-AFA2-4B7D-A54C-E03A0BA3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713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23F7B1-8621-4972-90BA-E1D3CBD53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67744" y="334926"/>
            <a:ext cx="11456511" cy="6188148"/>
            <a:chOff x="367744" y="334926"/>
            <a:chExt cx="11456511" cy="61881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5F331E-308E-451C-B664-73BF7A36A203}"/>
                </a:ext>
              </a:extLst>
            </p:cNvPr>
            <p:cNvSpPr/>
            <p:nvPr userDrawn="1"/>
          </p:nvSpPr>
          <p:spPr>
            <a:xfrm>
              <a:off x="367744" y="334926"/>
              <a:ext cx="11456511" cy="618814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6B36C61-E01F-44B7-B0C3-CB2BC8ADB1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48698" y="334926"/>
              <a:ext cx="0" cy="618814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4769112-D976-4C6E-8646-EBDF6B78DE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3060" y="6047437"/>
              <a:ext cx="10375638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itle 12">
            <a:extLst>
              <a:ext uri="{FF2B5EF4-FFF2-40B4-BE49-F238E27FC236}">
                <a16:creationId xmlns:a16="http://schemas.microsoft.com/office/drawing/2014/main" id="{6B285AB8-12B9-456E-BA41-8B057CBC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13" y="586798"/>
            <a:ext cx="9396733" cy="108664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872D83E0-1B93-44D5-976E-7D1B46C96B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514" y="1673444"/>
            <a:ext cx="2945347" cy="6654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F8FFEEA-5D57-4A4C-BF63-C62C800CA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38927"/>
            <a:ext cx="2945347" cy="3482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E9B03C0E-E576-41B6-A38A-82B804FACD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5548" y="1673444"/>
            <a:ext cx="2945347" cy="6654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B7BF407-144F-4F64-89C3-B5CC5A9F71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5548" y="2338927"/>
            <a:ext cx="2945347" cy="3482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F49B4A4A-2722-459F-920C-47CB37E243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88898" y="1673444"/>
            <a:ext cx="2945347" cy="6654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5440939F-0AAD-4F0F-8E02-8592DE0C8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88898" y="2338927"/>
            <a:ext cx="2945347" cy="3482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BAA501D7-69AE-49DC-A217-0123FAA6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7811903-8557-4F5D-8A8E-1A6E0CBB3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E26503DC-62EE-46B1-8E5A-D7819222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635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F066D9-0AAC-476B-AECA-F8AEFDD4FA3D}"/>
              </a:ext>
            </a:extLst>
          </p:cNvPr>
          <p:cNvGrpSpPr/>
          <p:nvPr userDrawn="1"/>
        </p:nvGrpSpPr>
        <p:grpSpPr>
          <a:xfrm>
            <a:off x="364465" y="342081"/>
            <a:ext cx="11475720" cy="6172200"/>
            <a:chOff x="364465" y="342081"/>
            <a:chExt cx="11475720" cy="61722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F89868B-56F4-4428-8FD0-073D979750C7}"/>
                </a:ext>
              </a:extLst>
            </p:cNvPr>
            <p:cNvCxnSpPr>
              <a:cxnSpLocks/>
            </p:cNvCxnSpPr>
            <p:nvPr/>
          </p:nvCxnSpPr>
          <p:spPr>
            <a:xfrm>
              <a:off x="10729453" y="1859489"/>
              <a:ext cx="0" cy="4645152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882068-C475-4CB3-A008-E1B1D582EB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6143" y="4022270"/>
              <a:ext cx="1036015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FC58EB-F6E4-401F-A771-C7803A65D7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7744" y="6047437"/>
              <a:ext cx="1036015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327AA4E-B0CA-46D8-8FD5-C6C34C78D9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6673" y="342081"/>
              <a:ext cx="0" cy="6172200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25B44F7-BFAC-413C-ADD6-01A5A927FB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0874" y="1860547"/>
              <a:ext cx="0" cy="4645152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95B8717-7E7C-44E7-93EE-5174571BF6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4465" y="6505985"/>
              <a:ext cx="1147572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304DAC8-F689-449D-B404-12C8518BB6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36211" y="349767"/>
              <a:ext cx="109728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C4A0AFAA-4873-422A-8D5D-23FB028AD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7963" y="2517060"/>
            <a:ext cx="8145533" cy="102079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64B8CE5-73B7-4D80-97DE-738F4887D8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27961" y="4269546"/>
            <a:ext cx="9106631" cy="14031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2" name="Picture Placeholder 26">
            <a:extLst>
              <a:ext uri="{FF2B5EF4-FFF2-40B4-BE49-F238E27FC236}">
                <a16:creationId xmlns:a16="http://schemas.microsoft.com/office/drawing/2014/main" id="{18533858-AA61-4B4F-8E57-7E9DDD9599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383" y="365108"/>
            <a:ext cx="2569503" cy="1519237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3" name="Picture Placeholder 26">
            <a:extLst>
              <a:ext uri="{FF2B5EF4-FFF2-40B4-BE49-F238E27FC236}">
                <a16:creationId xmlns:a16="http://schemas.microsoft.com/office/drawing/2014/main" id="{6C7B3E6F-3475-48B1-8728-1D528E7B3D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51977" y="365108"/>
            <a:ext cx="2587752" cy="1519237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4" name="Picture Placeholder 26">
            <a:extLst>
              <a:ext uri="{FF2B5EF4-FFF2-40B4-BE49-F238E27FC236}">
                <a16:creationId xmlns:a16="http://schemas.microsoft.com/office/drawing/2014/main" id="{E3FB5A0C-ED24-40B7-A0FA-D72CAC3619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40820" y="365108"/>
            <a:ext cx="2587752" cy="1519237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5" name="Picture Placeholder 26">
            <a:extLst>
              <a:ext uri="{FF2B5EF4-FFF2-40B4-BE49-F238E27FC236}">
                <a16:creationId xmlns:a16="http://schemas.microsoft.com/office/drawing/2014/main" id="{1E03428C-657C-4990-9B0A-537F34DCC4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34743" y="365108"/>
            <a:ext cx="2587752" cy="1519237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6" name="Date Placeholder 3">
            <a:extLst>
              <a:ext uri="{FF2B5EF4-FFF2-40B4-BE49-F238E27FC236}">
                <a16:creationId xmlns:a16="http://schemas.microsoft.com/office/drawing/2014/main" id="{92C60622-44CB-4522-A948-D2B00F83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056E0E57-BD37-4F56-AEF6-B7956B399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96A79B20-C91C-41BD-8ABD-2D12C471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61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6">
            <a:extLst>
              <a:ext uri="{FF2B5EF4-FFF2-40B4-BE49-F238E27FC236}">
                <a16:creationId xmlns:a16="http://schemas.microsoft.com/office/drawing/2014/main" id="{6FACCE45-9816-4734-BD53-3B7A62FE3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024" y="860615"/>
            <a:ext cx="4973746" cy="3426107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29" name="Subtitle 7">
            <a:extLst>
              <a:ext uri="{FF2B5EF4-FFF2-40B4-BE49-F238E27FC236}">
                <a16:creationId xmlns:a16="http://schemas.microsoft.com/office/drawing/2014/main" id="{5F050653-22DB-4791-BC82-02B651E15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826" y="5184479"/>
            <a:ext cx="5249174" cy="66016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46" name="Date Placeholder 3">
            <a:extLst>
              <a:ext uri="{FF2B5EF4-FFF2-40B4-BE49-F238E27FC236}">
                <a16:creationId xmlns:a16="http://schemas.microsoft.com/office/drawing/2014/main" id="{441B8286-E628-4937-98A6-32B7EBE2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2/4/20XX</a:t>
            </a:r>
            <a:endParaRPr lang="en-US" dirty="0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78DAE39C-33DD-4A38-8F45-AB2CC50F44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40805" y="346969"/>
            <a:ext cx="4308475" cy="5669280"/>
          </a:xfrm>
          <a:prstGeom prst="rect">
            <a:avLst/>
          </a:prstGeom>
          <a:ln w="12700" cap="sq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1EDC302D-C2BF-420E-832E-00ADFC0F5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 spc="3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B90B22A7-F04B-4FF6-83B1-0E9C1EA9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42B7CBA4-B6F8-42AF-9F87-A3019C53748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CD5EF7-198D-42A4-9653-CDECCDD4F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61666" y="334925"/>
            <a:ext cx="11462589" cy="6188149"/>
            <a:chOff x="361666" y="334928"/>
            <a:chExt cx="11462589" cy="61881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4A28016-1B2E-45F1-B467-06903B8825A1}"/>
                </a:ext>
              </a:extLst>
            </p:cNvPr>
            <p:cNvSpPr/>
            <p:nvPr userDrawn="1"/>
          </p:nvSpPr>
          <p:spPr>
            <a:xfrm>
              <a:off x="361666" y="334928"/>
              <a:ext cx="11462589" cy="618814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963BC12-BE70-497C-9BB8-B215B1AD91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666" y="4991100"/>
              <a:ext cx="6077234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ED66530-93C7-4190-88B4-E20372B4A4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1666" y="6027773"/>
              <a:ext cx="10398267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12FD9B-DDFE-4542-BE29-9D1738F40C98}"/>
              </a:ext>
            </a:extLst>
          </p:cNvPr>
          <p:cNvCxnSpPr>
            <a:cxnSpLocks/>
          </p:cNvCxnSpPr>
          <p:nvPr userDrawn="1"/>
        </p:nvCxnSpPr>
        <p:spPr>
          <a:xfrm>
            <a:off x="10759933" y="334925"/>
            <a:ext cx="0" cy="5692848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DDDAA5-3F7B-4205-9DAC-66F0CDDC3E34}"/>
              </a:ext>
            </a:extLst>
          </p:cNvPr>
          <p:cNvCxnSpPr>
            <a:cxnSpLocks/>
          </p:cNvCxnSpPr>
          <p:nvPr userDrawn="1"/>
        </p:nvCxnSpPr>
        <p:spPr>
          <a:xfrm>
            <a:off x="6429375" y="334925"/>
            <a:ext cx="0" cy="5692848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12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3E65">
            <a:alpha val="736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87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4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4056">
          <p15:clr>
            <a:srgbClr val="F26B43"/>
          </p15:clr>
        </p15:guide>
        <p15:guide id="3" orient="horz" pos="1200">
          <p15:clr>
            <a:srgbClr val="F26B43"/>
          </p15:clr>
        </p15:guide>
        <p15:guide id="4" pos="528">
          <p15:clr>
            <a:srgbClr val="F26B43"/>
          </p15:clr>
        </p15:guide>
        <p15:guide id="5" pos="4584">
          <p15:clr>
            <a:srgbClr val="F26B43"/>
          </p15:clr>
        </p15:guide>
        <p15:guide id="6" pos="2424">
          <p15:clr>
            <a:srgbClr val="F26B43"/>
          </p15:clr>
        </p15:guide>
        <p15:guide id="7" pos="5136">
          <p15:clr>
            <a:srgbClr val="F26B43"/>
          </p15:clr>
        </p15:guide>
        <p15:guide id="8" pos="5664">
          <p15:clr>
            <a:srgbClr val="F26B43"/>
          </p15:clr>
        </p15:guide>
        <p15:guide id="9" pos="6216">
          <p15:clr>
            <a:srgbClr val="F26B43"/>
          </p15:clr>
        </p15:guide>
        <p15:guide id="10" pos="2952">
          <p15:clr>
            <a:srgbClr val="F26B43"/>
          </p15:clr>
        </p15:guide>
        <p15:guide id="11" orient="horz" pos="528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1848">
          <p15:clr>
            <a:srgbClr val="F26B43"/>
          </p15:clr>
        </p15:guide>
        <p15:guide id="14" orient="horz" pos="1512">
          <p15:clr>
            <a:srgbClr val="F26B43"/>
          </p15:clr>
        </p15:guide>
        <p15:guide id="15" orient="horz" pos="3144">
          <p15:clr>
            <a:srgbClr val="F26B43"/>
          </p15:clr>
        </p15:guide>
        <p15:guide id="16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3838-6CCC-4797-8ECB-7EF9DD857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052" y="4831105"/>
            <a:ext cx="6265486" cy="1075278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Number Predictor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2F99BCD9-99B4-425C-B3C0-E78EBA3C8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2022" y="4837855"/>
            <a:ext cx="2771933" cy="986000"/>
          </a:xfrm>
        </p:spPr>
        <p:txBody>
          <a:bodyPr anchor="t"/>
          <a:lstStyle/>
          <a:p>
            <a:r>
              <a:rPr lang="en-US" dirty="0">
                <a:solidFill>
                  <a:srgbClr val="6F2D47"/>
                </a:solidFill>
              </a:rPr>
              <a:t>Aimee Elaine Grundei</a:t>
            </a:r>
          </a:p>
          <a:p>
            <a:r>
              <a:rPr lang="en-US" dirty="0">
                <a:solidFill>
                  <a:srgbClr val="6F2D47"/>
                </a:solidFill>
              </a:rPr>
              <a:t>Hannah Kraft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EBEF8340-BD26-4016-B1B1-9BFC9B9427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996" t="3611" r="24912" b="23283"/>
          <a:stretch>
            <a:fillRect/>
          </a:stretch>
        </p:blipFill>
        <p:spPr>
          <a:xfrm>
            <a:off x="381000" y="346505"/>
            <a:ext cx="5194300" cy="4154274"/>
          </a:xfr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DD76E78-8612-F366-DC30-7018D6598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82" t="2464" r="19387"/>
          <a:stretch>
            <a:fillRect/>
          </a:stretch>
        </p:blipFill>
        <p:spPr>
          <a:xfrm>
            <a:off x="5544820" y="346505"/>
            <a:ext cx="5194300" cy="415427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EC8FBF-EBC5-B37D-35CA-B8C95C75417A}"/>
              </a:ext>
            </a:extLst>
          </p:cNvPr>
          <p:cNvCxnSpPr/>
          <p:nvPr/>
        </p:nvCxnSpPr>
        <p:spPr>
          <a:xfrm flipV="1">
            <a:off x="5575300" y="346505"/>
            <a:ext cx="0" cy="4154274"/>
          </a:xfrm>
          <a:prstGeom prst="line">
            <a:avLst/>
          </a:prstGeom>
          <a:ln w="12700">
            <a:solidFill>
              <a:srgbClr val="6F2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080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4B2B35-06F8-4F5C-A618-6002214C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1241944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Agenda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6392955-6557-4ED6-B174-E9F9D52D2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257" y="4515329"/>
            <a:ext cx="6025116" cy="598994"/>
          </a:xfrm>
        </p:spPr>
        <p:txBody>
          <a:bodyPr>
            <a:noAutofit/>
          </a:bodyPr>
          <a:lstStyle/>
          <a:p>
            <a:pPr defTabSz="457200"/>
            <a:r>
              <a:rPr lang="en-US" sz="2200" dirty="0">
                <a:solidFill>
                  <a:srgbClr val="6F2D47"/>
                </a:solidFill>
              </a:rPr>
              <a:t>Backend</a:t>
            </a:r>
          </a:p>
        </p:txBody>
      </p:sp>
      <p:pic>
        <p:nvPicPr>
          <p:cNvPr id="12" name="Picture Placeholder 11" descr="Close up of a calculator">
            <a:extLst>
              <a:ext uri="{FF2B5EF4-FFF2-40B4-BE49-F238E27FC236}">
                <a16:creationId xmlns:a16="http://schemas.microsoft.com/office/drawing/2014/main" id="{C320AFE2-20CA-43D3-8E4E-28DBD9F9B755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9480" y="1928306"/>
            <a:ext cx="3465576" cy="4105656"/>
          </a:xfrm>
        </p:spPr>
      </p:pic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BBB7DCC-419E-4462-B49C-E0F2281E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NUMBER PREDICTOR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06A6756-4AD0-48B1-A2A6-221571B1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/>
          <a:lstStyle/>
          <a:p>
            <a:fld id="{FB5BC9EA-4FEE-444B-92CE-4488B20DCBA7}" type="slidenum">
              <a:rPr lang="en-US" smtClean="0">
                <a:solidFill>
                  <a:srgbClr val="6F2D47"/>
                </a:solidFill>
              </a:rPr>
              <a:pPr/>
              <a:t>2</a:t>
            </a:fld>
            <a:endParaRPr lang="en-US" dirty="0">
              <a:solidFill>
                <a:srgbClr val="6F2D47"/>
              </a:solidFill>
            </a:endParaRPr>
          </a:p>
        </p:txBody>
      </p:sp>
      <p:pic>
        <p:nvPicPr>
          <p:cNvPr id="4" name="Graphic 3" descr="Internet outline">
            <a:extLst>
              <a:ext uri="{FF2B5EF4-FFF2-40B4-BE49-F238E27FC236}">
                <a16:creationId xmlns:a16="http://schemas.microsoft.com/office/drawing/2014/main" id="{DAB82E60-B318-7E59-A5F3-AC059399A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299" y="2011982"/>
            <a:ext cx="763094" cy="763094"/>
          </a:xfrm>
          <a:prstGeom prst="rect">
            <a:avLst/>
          </a:prstGeom>
        </p:spPr>
      </p:pic>
      <p:pic>
        <p:nvPicPr>
          <p:cNvPr id="6" name="Graphic 5" descr="Left Brain outline">
            <a:extLst>
              <a:ext uri="{FF2B5EF4-FFF2-40B4-BE49-F238E27FC236}">
                <a16:creationId xmlns:a16="http://schemas.microsoft.com/office/drawing/2014/main" id="{1408B165-8B0A-0929-B6E9-082A7EEC79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416" y="2761087"/>
            <a:ext cx="763094" cy="763094"/>
          </a:xfrm>
          <a:prstGeom prst="rect">
            <a:avLst/>
          </a:prstGeom>
        </p:spPr>
      </p:pic>
      <p:pic>
        <p:nvPicPr>
          <p:cNvPr id="8" name="Graphic 7" descr="Web design outline">
            <a:extLst>
              <a:ext uri="{FF2B5EF4-FFF2-40B4-BE49-F238E27FC236}">
                <a16:creationId xmlns:a16="http://schemas.microsoft.com/office/drawing/2014/main" id="{D65EEC4B-23EA-864A-F4D6-0B24C571F8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416" y="3524181"/>
            <a:ext cx="763094" cy="763094"/>
          </a:xfrm>
          <a:prstGeom prst="rect">
            <a:avLst/>
          </a:prstGeom>
        </p:spPr>
      </p:pic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12202AFD-0AF0-86B8-D781-428103FBFF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1416" y="4351229"/>
            <a:ext cx="763094" cy="763094"/>
          </a:xfrm>
          <a:prstGeom prst="rect">
            <a:avLst/>
          </a:prstGeom>
        </p:spPr>
      </p:pic>
      <p:pic>
        <p:nvPicPr>
          <p:cNvPr id="13" name="Graphic 12" descr="Thought bubble outline">
            <a:extLst>
              <a:ext uri="{FF2B5EF4-FFF2-40B4-BE49-F238E27FC236}">
                <a16:creationId xmlns:a16="http://schemas.microsoft.com/office/drawing/2014/main" id="{798F8581-9AEF-199A-516A-F1CC5C19B4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1416" y="5176291"/>
            <a:ext cx="763094" cy="763094"/>
          </a:xfrm>
          <a:prstGeom prst="rect">
            <a:avLst/>
          </a:prstGeom>
        </p:spPr>
      </p:pic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C094DA4D-1068-C3A8-E524-5AF619EBCBE9}"/>
              </a:ext>
            </a:extLst>
          </p:cNvPr>
          <p:cNvSpPr txBox="1">
            <a:spLocks/>
          </p:cNvSpPr>
          <p:nvPr/>
        </p:nvSpPr>
        <p:spPr>
          <a:xfrm>
            <a:off x="1379257" y="3008180"/>
            <a:ext cx="6025116" cy="5989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200" dirty="0">
                <a:solidFill>
                  <a:srgbClr val="6F2D47"/>
                </a:solidFill>
              </a:rPr>
              <a:t>CNN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4B9EBDAD-1832-4458-4E39-727467C39F99}"/>
              </a:ext>
            </a:extLst>
          </p:cNvPr>
          <p:cNvSpPr txBox="1">
            <a:spLocks/>
          </p:cNvSpPr>
          <p:nvPr/>
        </p:nvSpPr>
        <p:spPr>
          <a:xfrm>
            <a:off x="1379257" y="3681637"/>
            <a:ext cx="6025116" cy="5989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200" dirty="0">
                <a:solidFill>
                  <a:srgbClr val="6F2D47"/>
                </a:solidFill>
              </a:rPr>
              <a:t>Frontend</a:t>
            </a:r>
          </a:p>
        </p:txBody>
      </p:sp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AAE5E53E-2C3B-481C-50DF-113DA595BC6F}"/>
              </a:ext>
            </a:extLst>
          </p:cNvPr>
          <p:cNvSpPr txBox="1">
            <a:spLocks/>
          </p:cNvSpPr>
          <p:nvPr/>
        </p:nvSpPr>
        <p:spPr>
          <a:xfrm>
            <a:off x="1379257" y="2176082"/>
            <a:ext cx="6025116" cy="5989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200" dirty="0" err="1">
                <a:solidFill>
                  <a:srgbClr val="6F2D47"/>
                </a:solidFill>
              </a:rPr>
              <a:t>Projektvorstellung</a:t>
            </a:r>
            <a:endParaRPr lang="en-US" sz="2200" dirty="0">
              <a:solidFill>
                <a:srgbClr val="6F2D47"/>
              </a:solidFill>
            </a:endParaRPr>
          </a:p>
        </p:txBody>
      </p:sp>
      <p:sp>
        <p:nvSpPr>
          <p:cNvPr id="22" name="Content Placeholder 14">
            <a:extLst>
              <a:ext uri="{FF2B5EF4-FFF2-40B4-BE49-F238E27FC236}">
                <a16:creationId xmlns:a16="http://schemas.microsoft.com/office/drawing/2014/main" id="{B5F32A8A-35D1-F5E0-E965-75E4C1944247}"/>
              </a:ext>
            </a:extLst>
          </p:cNvPr>
          <p:cNvSpPr txBox="1">
            <a:spLocks/>
          </p:cNvSpPr>
          <p:nvPr/>
        </p:nvSpPr>
        <p:spPr>
          <a:xfrm>
            <a:off x="1379257" y="5252023"/>
            <a:ext cx="6025116" cy="5989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200" dirty="0" err="1">
                <a:solidFill>
                  <a:srgbClr val="6F2D47"/>
                </a:solidFill>
              </a:rPr>
              <a:t>Ausblick</a:t>
            </a:r>
            <a:endParaRPr lang="en-US" sz="2200" dirty="0">
              <a:solidFill>
                <a:srgbClr val="6F2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966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029A8827-3374-4A11-8C85-AA2D78E9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576" y="631452"/>
            <a:ext cx="4951823" cy="1500079"/>
          </a:xfrm>
        </p:spPr>
        <p:txBody>
          <a:bodyPr/>
          <a:lstStyle/>
          <a:p>
            <a:r>
              <a:rPr lang="en-US">
                <a:solidFill>
                  <a:srgbClr val="6F2D47"/>
                </a:solidFill>
              </a:rPr>
              <a:t>CNN</a:t>
            </a:r>
            <a:endParaRPr lang="en-US" dirty="0">
              <a:solidFill>
                <a:srgbClr val="6F2D47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17C5392-1C76-48FA-8940-76AD15BCE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906" y="2565400"/>
            <a:ext cx="5283200" cy="33909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6F2D47"/>
                </a:solidFill>
              </a:rPr>
              <a:t>Neuronales Netz zur Bilderkennung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6F2D47"/>
                </a:solidFill>
              </a:rPr>
              <a:t>Verschiedene Layer:</a:t>
            </a:r>
          </a:p>
          <a:p>
            <a:pPr marL="1028700" lvl="1" indent="-342900">
              <a:buFont typeface="+mj-lt"/>
              <a:buAutoNum type="arabicPeriod"/>
            </a:pPr>
            <a:r>
              <a:rPr lang="en-US">
                <a:solidFill>
                  <a:srgbClr val="6F2D47"/>
                </a:solidFill>
              </a:rPr>
              <a:t>Convolutional Layer</a:t>
            </a:r>
          </a:p>
          <a:p>
            <a:pPr marL="1028700" lvl="1" indent="-342900">
              <a:buFont typeface="+mj-lt"/>
              <a:buAutoNum type="arabicPeriod"/>
            </a:pPr>
            <a:r>
              <a:rPr lang="en-US">
                <a:solidFill>
                  <a:srgbClr val="6F2D47"/>
                </a:solidFill>
              </a:rPr>
              <a:t>Pooling Layer</a:t>
            </a:r>
          </a:p>
          <a:p>
            <a:pPr marL="1028700" lvl="1" indent="-342900">
              <a:buFont typeface="+mj-lt"/>
              <a:buAutoNum type="arabicPeriod"/>
            </a:pPr>
            <a:r>
              <a:rPr lang="en-US">
                <a:solidFill>
                  <a:srgbClr val="6F2D47"/>
                </a:solidFill>
              </a:rPr>
              <a:t>Fully Connected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6F2D47"/>
                </a:solidFill>
              </a:rPr>
              <a:t>Aktivierungsfunktionen</a:t>
            </a:r>
          </a:p>
          <a:p>
            <a:pPr marL="1028700" lvl="1" indent="-342900">
              <a:buFont typeface="+mj-lt"/>
              <a:buAutoNum type="arabicPeriod"/>
            </a:pPr>
            <a:r>
              <a:rPr lang="en-US">
                <a:solidFill>
                  <a:srgbClr val="6F2D47"/>
                </a:solidFill>
              </a:rPr>
              <a:t>ReLu</a:t>
            </a:r>
          </a:p>
          <a:p>
            <a:pPr marL="1028700" lvl="1" indent="-342900">
              <a:buFont typeface="+mj-lt"/>
              <a:buAutoNum type="arabicPeriod"/>
            </a:pPr>
            <a:r>
              <a:rPr lang="en-US">
                <a:solidFill>
                  <a:srgbClr val="6F2D47"/>
                </a:solidFill>
              </a:rPr>
              <a:t>Softmax</a:t>
            </a:r>
            <a:endParaRPr lang="en-US" dirty="0">
              <a:solidFill>
                <a:srgbClr val="6F2D47"/>
              </a:solidFill>
            </a:endParaRP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4D078E0-1675-4479-A2AB-9DD2016B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NUMBER PREDICTOR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2E0DE71-4D88-4BC4-A247-4E1F6302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/>
          <a:lstStyle/>
          <a:p>
            <a:fld id="{FB5BC9EA-4FEE-444B-92CE-4488B20DCBA7}" type="slidenum">
              <a:rPr lang="en-US" smtClean="0">
                <a:solidFill>
                  <a:srgbClr val="6F2D47"/>
                </a:solidFill>
              </a:rPr>
              <a:pPr/>
              <a:t>3</a:t>
            </a:fld>
            <a:endParaRPr lang="en-US" dirty="0">
              <a:solidFill>
                <a:srgbClr val="6F2D47"/>
              </a:solidFill>
            </a:endParaRPr>
          </a:p>
        </p:txBody>
      </p:sp>
      <p:pic>
        <p:nvPicPr>
          <p:cNvPr id="5" name="Picture Placeholder 4" descr="A diagram of a diagram of a process&#10;&#10;AI-generated content may be incorrect.">
            <a:extLst>
              <a:ext uri="{FF2B5EF4-FFF2-40B4-BE49-F238E27FC236}">
                <a16:creationId xmlns:a16="http://schemas.microsoft.com/office/drawing/2014/main" id="{01A6C9A3-857E-7560-C678-162493088F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63" r="2543"/>
          <a:stretch>
            <a:fillRect/>
          </a:stretch>
        </p:blipFill>
        <p:spPr>
          <a:xfrm>
            <a:off x="289650" y="1185294"/>
            <a:ext cx="4149322" cy="2163507"/>
          </a:xfrm>
        </p:spPr>
      </p:pic>
      <p:pic>
        <p:nvPicPr>
          <p:cNvPr id="11" name="Graphic 10" descr="Left Brain outline">
            <a:extLst>
              <a:ext uri="{FF2B5EF4-FFF2-40B4-BE49-F238E27FC236}">
                <a16:creationId xmlns:a16="http://schemas.microsoft.com/office/drawing/2014/main" id="{ED44C570-0345-9B96-6E66-363F139D5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2906" y="1002001"/>
            <a:ext cx="763094" cy="763094"/>
          </a:xfrm>
          <a:prstGeom prst="rect">
            <a:avLst/>
          </a:prstGeom>
        </p:spPr>
      </p:pic>
      <p:pic>
        <p:nvPicPr>
          <p:cNvPr id="16" name="Picture 15" descr="A graph of a function&#10;&#10;AI-generated content may be incorrect.">
            <a:extLst>
              <a:ext uri="{FF2B5EF4-FFF2-40B4-BE49-F238E27FC236}">
                <a16:creationId xmlns:a16="http://schemas.microsoft.com/office/drawing/2014/main" id="{283A470D-167D-4671-3889-EE4554F05D4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" t="-99" r="-1" b="-1"/>
          <a:stretch>
            <a:fillRect/>
          </a:stretch>
        </p:blipFill>
        <p:spPr bwMode="auto">
          <a:xfrm>
            <a:off x="284281" y="3986268"/>
            <a:ext cx="4154691" cy="16864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3396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9046EF7-AC35-4EFD-B67B-BCCD7D223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617" y="493000"/>
            <a:ext cx="9396733" cy="1086646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Frontend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50E3A27-246E-451F-8FA8-E6FD6935D7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7514" y="1673444"/>
            <a:ext cx="2945347" cy="665481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HTML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387DCC-3977-4A99-9BE0-CBFE5B0059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338927"/>
            <a:ext cx="2945347" cy="3482750"/>
          </a:xfrm>
        </p:spPr>
        <p:txBody>
          <a:bodyPr/>
          <a:lstStyle/>
          <a:p>
            <a:pPr lvl="0"/>
            <a:r>
              <a:rPr lang="en-US" sz="2200" dirty="0" err="1"/>
              <a:t>Strukturierung</a:t>
            </a:r>
            <a:endParaRPr lang="en-US" sz="2200" dirty="0"/>
          </a:p>
          <a:p>
            <a:pPr lvl="0"/>
            <a:r>
              <a:rPr lang="en-US" sz="2200" dirty="0"/>
              <a:t>Drei Seiten: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Startseite</a:t>
            </a:r>
            <a:endParaRPr lang="en-US" sz="2000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Statistics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History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4C7BFC5-24B5-4D4A-ABE8-E403ADD39E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85548" y="1673444"/>
            <a:ext cx="2945347" cy="665481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CSS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8FCED40-C162-4447-BEDE-F9D62FD18F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85548" y="2338927"/>
            <a:ext cx="2945347" cy="3482750"/>
          </a:xfrm>
        </p:spPr>
        <p:txBody>
          <a:bodyPr/>
          <a:lstStyle/>
          <a:p>
            <a:r>
              <a:rPr lang="en-US" sz="2200" dirty="0"/>
              <a:t>Styling</a:t>
            </a:r>
          </a:p>
          <a:p>
            <a:r>
              <a:rPr lang="en-US" sz="2200" dirty="0" err="1"/>
              <a:t>Übersichtlichkeit</a:t>
            </a:r>
            <a:r>
              <a:rPr lang="en-US" sz="2200" dirty="0"/>
              <a:t> und intuitive Navigation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104E7E-55E9-451B-B30D-DCA20FC09E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8898" y="1673444"/>
            <a:ext cx="2945347" cy="665481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JavaScript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FBF6DF-AB98-4988-9B00-AF337D5E1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88898" y="2338927"/>
            <a:ext cx="2945347" cy="3482750"/>
          </a:xfrm>
        </p:spPr>
        <p:txBody>
          <a:bodyPr/>
          <a:lstStyle/>
          <a:p>
            <a:r>
              <a:rPr lang="en-US" sz="2200" dirty="0" err="1"/>
              <a:t>Funktionalität</a:t>
            </a:r>
            <a:endParaRPr lang="en-US" sz="2200" dirty="0"/>
          </a:p>
          <a:p>
            <a:r>
              <a:rPr lang="en-US" sz="2200" dirty="0" err="1"/>
              <a:t>Anwendungen</a:t>
            </a:r>
            <a:r>
              <a:rPr lang="en-US" sz="22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Backend-</a:t>
            </a:r>
            <a:r>
              <a:rPr lang="en-US" sz="2000" dirty="0" err="1">
                <a:solidFill>
                  <a:schemeClr val="tx1"/>
                </a:solidFill>
              </a:rPr>
              <a:t>Anfragen</a:t>
            </a:r>
            <a:endParaRPr lang="en-US" sz="2000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Zeichentool</a:t>
            </a:r>
            <a:endParaRPr lang="en-US" sz="2000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Statistics-</a:t>
            </a:r>
            <a:r>
              <a:rPr lang="en-US" sz="2000" dirty="0" err="1">
                <a:solidFill>
                  <a:schemeClr val="tx1"/>
                </a:solidFill>
              </a:rPr>
              <a:t>Diagramme</a:t>
            </a:r>
            <a:endParaRPr lang="en-US" sz="2000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History-</a:t>
            </a:r>
            <a:r>
              <a:rPr lang="en-US" sz="2000" dirty="0" err="1">
                <a:solidFill>
                  <a:schemeClr val="tx1"/>
                </a:solidFill>
              </a:rPr>
              <a:t>Tabelle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5F9A3-EC1A-4AB8-9A51-93EBC2DBC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NUMBER PREDICTOR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49A24-7B64-4D34-8057-986A397B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/>
          <a:lstStyle/>
          <a:p>
            <a:fld id="{5709AFD8-D051-4223-B8CF-1EC150CE8836}" type="slidenum">
              <a:rPr lang="en-US" smtClean="0">
                <a:solidFill>
                  <a:srgbClr val="6F2D47"/>
                </a:solidFill>
              </a:rPr>
              <a:pPr/>
              <a:t>4</a:t>
            </a:fld>
            <a:endParaRPr lang="en-US" dirty="0">
              <a:solidFill>
                <a:srgbClr val="6F2D47"/>
              </a:solidFill>
            </a:endParaRPr>
          </a:p>
        </p:txBody>
      </p:sp>
      <p:pic>
        <p:nvPicPr>
          <p:cNvPr id="2" name="Graphic 1" descr="Web design outline">
            <a:extLst>
              <a:ext uri="{FF2B5EF4-FFF2-40B4-BE49-F238E27FC236}">
                <a16:creationId xmlns:a16="http://schemas.microsoft.com/office/drawing/2014/main" id="{AFD917ED-535F-A090-B34B-615C9CE0A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474" y="654776"/>
            <a:ext cx="763094" cy="7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7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A3FDC-1C89-2E72-0678-B0518BFD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36E1397-4C1B-7C9A-209B-A82A8A0B9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617" y="493000"/>
            <a:ext cx="9396733" cy="1086646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Backend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F8891E-AB5C-92A4-8C71-1B5057E559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7514" y="1673444"/>
            <a:ext cx="2945347" cy="665481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Database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AAF7FC3-3515-B3F4-81D1-36DAB16D7C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338927"/>
            <a:ext cx="2945347" cy="3482750"/>
          </a:xfrm>
        </p:spPr>
        <p:txBody>
          <a:bodyPr/>
          <a:lstStyle/>
          <a:p>
            <a:pPr lvl="0"/>
            <a:r>
              <a:rPr lang="en-US" sz="2100" dirty="0"/>
              <a:t>SQLite</a:t>
            </a:r>
          </a:p>
          <a:p>
            <a:pPr lvl="0"/>
            <a:r>
              <a:rPr lang="en-US" sz="2100" dirty="0" err="1"/>
              <a:t>Tabelle</a:t>
            </a:r>
            <a:r>
              <a:rPr lang="en-US" sz="2100" dirty="0"/>
              <a:t> “</a:t>
            </a:r>
            <a:r>
              <a:rPr lang="en-US" sz="2100" dirty="0" err="1"/>
              <a:t>cnn_results</a:t>
            </a:r>
            <a:r>
              <a:rPr lang="en-US" sz="2100" dirty="0"/>
              <a:t>”</a:t>
            </a:r>
          </a:p>
          <a:p>
            <a:pPr lvl="0"/>
            <a:r>
              <a:rPr lang="en-US" sz="2100" dirty="0" err="1"/>
              <a:t>Wichtigste</a:t>
            </a:r>
            <a:r>
              <a:rPr lang="en-US" sz="2100" dirty="0"/>
              <a:t> </a:t>
            </a:r>
            <a:r>
              <a:rPr lang="en-US" sz="2100" dirty="0" err="1"/>
              <a:t>Spalten</a:t>
            </a:r>
            <a:r>
              <a:rPr lang="en-US" sz="2100" dirty="0"/>
              <a:t>: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Id, </a:t>
            </a:r>
            <a:r>
              <a:rPr lang="en-US" sz="1900" dirty="0" err="1">
                <a:solidFill>
                  <a:schemeClr val="tx1"/>
                </a:solidFill>
              </a:rPr>
              <a:t>model_name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900" dirty="0" err="1">
                <a:solidFill>
                  <a:schemeClr val="tx1"/>
                </a:solidFill>
              </a:rPr>
              <a:t>input_data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900" dirty="0" err="1">
                <a:solidFill>
                  <a:schemeClr val="tx1"/>
                </a:solidFill>
              </a:rPr>
              <a:t>predicted_label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900" dirty="0" err="1">
                <a:solidFill>
                  <a:schemeClr val="tx1"/>
                </a:solidFill>
              </a:rPr>
              <a:t>true_label</a:t>
            </a: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B2748A9-16BD-8069-DE62-96CD21DAC5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85548" y="1673444"/>
            <a:ext cx="2945347" cy="665481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Flask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651DBE-F068-BB1F-5B41-3D21913C87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85548" y="2338927"/>
            <a:ext cx="2945347" cy="3482750"/>
          </a:xfrm>
        </p:spPr>
        <p:txBody>
          <a:bodyPr/>
          <a:lstStyle/>
          <a:p>
            <a:r>
              <a:rPr lang="en-US" sz="2100" dirty="0" err="1"/>
              <a:t>Schnittstelle</a:t>
            </a:r>
            <a:r>
              <a:rPr lang="en-US" sz="2100" dirty="0"/>
              <a:t> </a:t>
            </a:r>
            <a:r>
              <a:rPr lang="en-US" sz="2100" dirty="0" err="1"/>
              <a:t>zwischen</a:t>
            </a:r>
            <a:r>
              <a:rPr lang="en-US" sz="2100" dirty="0"/>
              <a:t> HTML und Logik</a:t>
            </a:r>
          </a:p>
          <a:p>
            <a:r>
              <a:rPr lang="en-US" sz="2100" dirty="0" err="1"/>
              <a:t>Hauptaufgaben</a:t>
            </a:r>
            <a:r>
              <a:rPr lang="en-US" sz="21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900" dirty="0" err="1">
                <a:solidFill>
                  <a:schemeClr val="tx1"/>
                </a:solidFill>
              </a:rPr>
              <a:t>Abfangen</a:t>
            </a:r>
            <a:r>
              <a:rPr lang="en-US" sz="1900" dirty="0">
                <a:solidFill>
                  <a:schemeClr val="tx1"/>
                </a:solidFill>
              </a:rPr>
              <a:t> der HTML-</a:t>
            </a:r>
            <a:r>
              <a:rPr lang="en-US" sz="1900" dirty="0" err="1">
                <a:solidFill>
                  <a:schemeClr val="tx1"/>
                </a:solidFill>
              </a:rPr>
              <a:t>Anfragen</a:t>
            </a:r>
            <a:endParaRPr lang="en-US" sz="1900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900" dirty="0" err="1">
                <a:solidFill>
                  <a:schemeClr val="tx1"/>
                </a:solidFill>
              </a:rPr>
              <a:t>Füllen</a:t>
            </a:r>
            <a:r>
              <a:rPr lang="en-US" sz="1900" dirty="0">
                <a:solidFill>
                  <a:schemeClr val="tx1"/>
                </a:solidFill>
              </a:rPr>
              <a:t> des Frontends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900" dirty="0" err="1">
                <a:solidFill>
                  <a:schemeClr val="tx1"/>
                </a:solidFill>
              </a:rPr>
              <a:t>Vorhersage</a:t>
            </a: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F666AA2-F339-72B7-7F11-D1C04B15B1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8898" y="1673444"/>
            <a:ext cx="2945347" cy="665481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Model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50BED8-4527-9C19-1036-73F9F82148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88898" y="2338927"/>
            <a:ext cx="2945347" cy="3482750"/>
          </a:xfrm>
        </p:spPr>
        <p:txBody>
          <a:bodyPr/>
          <a:lstStyle/>
          <a:p>
            <a:r>
              <a:rPr lang="en-US" sz="2100" dirty="0"/>
              <a:t>Drei Modelle: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900" dirty="0">
                <a:solidFill>
                  <a:schemeClr val="tx1"/>
                </a:solidFill>
              </a:rPr>
              <a:t>MLP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900" dirty="0">
                <a:solidFill>
                  <a:schemeClr val="tx1"/>
                </a:solidFill>
              </a:rPr>
              <a:t>CNN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900" dirty="0" err="1">
                <a:solidFill>
                  <a:schemeClr val="tx1"/>
                </a:solidFill>
              </a:rPr>
              <a:t>Optimiertes</a:t>
            </a:r>
            <a:r>
              <a:rPr lang="en-US" sz="1900" dirty="0">
                <a:solidFill>
                  <a:schemeClr val="tx1"/>
                </a:solidFill>
              </a:rPr>
              <a:t> CNN</a:t>
            </a:r>
          </a:p>
          <a:p>
            <a:r>
              <a:rPr lang="en-US" sz="2100" dirty="0"/>
              <a:t>Training </a:t>
            </a:r>
            <a:r>
              <a:rPr lang="en-US" sz="2100" dirty="0" err="1"/>
              <a:t>mit</a:t>
            </a:r>
            <a:r>
              <a:rPr lang="en-US" sz="2100" dirty="0"/>
              <a:t> </a:t>
            </a:r>
            <a:r>
              <a:rPr lang="en-US" sz="2100" dirty="0" err="1"/>
              <a:t>Mnist-Datensatz</a:t>
            </a:r>
            <a:endParaRPr lang="en-US" sz="21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72921-C349-5E87-0121-8A8B789B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NUMBER PREDICTOR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30C04-94C7-F04F-370A-A761C798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/>
          <a:lstStyle/>
          <a:p>
            <a:fld id="{5709AFD8-D051-4223-B8CF-1EC150CE8836}" type="slidenum">
              <a:rPr lang="en-US" smtClean="0">
                <a:solidFill>
                  <a:srgbClr val="6F2D47"/>
                </a:solidFill>
              </a:rPr>
              <a:pPr/>
              <a:t>5</a:t>
            </a:fld>
            <a:endParaRPr lang="en-US" dirty="0">
              <a:solidFill>
                <a:srgbClr val="6F2D47"/>
              </a:solidFill>
            </a:endParaRPr>
          </a:p>
        </p:txBody>
      </p:sp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862792B2-6E37-CFB4-7818-465CF44EB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474" y="654776"/>
            <a:ext cx="763094" cy="7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8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9D6D8D-4EF5-4265-88C3-9A7C15E6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617" y="482842"/>
            <a:ext cx="9396733" cy="1086646"/>
          </a:xfrm>
        </p:spPr>
        <p:txBody>
          <a:bodyPr/>
          <a:lstStyle/>
          <a:p>
            <a:r>
              <a:rPr lang="en-US" dirty="0" err="1">
                <a:solidFill>
                  <a:srgbClr val="6F2D47"/>
                </a:solidFill>
              </a:rPr>
              <a:t>Ausblick</a:t>
            </a:r>
            <a:endParaRPr lang="en-US" dirty="0">
              <a:solidFill>
                <a:srgbClr val="6F2D47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4337333-5C0C-4BBC-9B33-936F96AD27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7513" y="1673444"/>
            <a:ext cx="4565283" cy="665481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Frontend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803DE5-6EF0-4F28-8C50-C142E51B6F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338927"/>
            <a:ext cx="4565283" cy="3492908"/>
          </a:xfrm>
        </p:spPr>
        <p:txBody>
          <a:bodyPr/>
          <a:lstStyle/>
          <a:p>
            <a:r>
              <a:rPr lang="en-US" sz="2200" dirty="0" err="1"/>
              <a:t>Intuitivere</a:t>
            </a:r>
            <a:r>
              <a:rPr lang="en-US" sz="2200" dirty="0"/>
              <a:t> </a:t>
            </a:r>
            <a:r>
              <a:rPr lang="en-US" sz="2200" dirty="0" err="1"/>
              <a:t>Benutzerführung</a:t>
            </a:r>
            <a:endParaRPr lang="en-US" sz="2200" dirty="0"/>
          </a:p>
          <a:p>
            <a:r>
              <a:rPr lang="en-US" sz="2200" dirty="0"/>
              <a:t>Mehr </a:t>
            </a:r>
            <a:r>
              <a:rPr lang="en-US" sz="2200" dirty="0" err="1"/>
              <a:t>bzw</a:t>
            </a:r>
            <a:r>
              <a:rPr lang="en-US" sz="2200" dirty="0"/>
              <a:t>. </a:t>
            </a:r>
            <a:r>
              <a:rPr lang="en-US" sz="2200" dirty="0" err="1"/>
              <a:t>bessere</a:t>
            </a:r>
            <a:r>
              <a:rPr lang="en-US" sz="2200" dirty="0"/>
              <a:t> </a:t>
            </a:r>
            <a:r>
              <a:rPr lang="en-US" sz="2200" dirty="0" err="1"/>
              <a:t>Diagramme</a:t>
            </a:r>
            <a:endParaRPr lang="en-US" sz="2200" dirty="0"/>
          </a:p>
          <a:p>
            <a:r>
              <a:rPr lang="en-US" sz="2200" dirty="0"/>
              <a:t>Lehr- </a:t>
            </a:r>
            <a:r>
              <a:rPr lang="en-US" sz="2200" dirty="0" err="1"/>
              <a:t>oder</a:t>
            </a:r>
            <a:r>
              <a:rPr lang="en-US" sz="2200" dirty="0"/>
              <a:t> </a:t>
            </a:r>
            <a:r>
              <a:rPr lang="en-US" sz="2200" dirty="0" err="1"/>
              <a:t>Demonstrationstool</a:t>
            </a:r>
            <a:r>
              <a:rPr lang="en-US" sz="2200" dirty="0"/>
              <a:t>: </a:t>
            </a:r>
            <a:r>
              <a:rPr lang="en-US" sz="2200" dirty="0" err="1"/>
              <a:t>anschauliche</a:t>
            </a:r>
            <a:r>
              <a:rPr lang="en-US" sz="2200" dirty="0"/>
              <a:t> </a:t>
            </a:r>
            <a:r>
              <a:rPr lang="en-US" sz="2200" dirty="0" err="1"/>
              <a:t>Vermittlung</a:t>
            </a:r>
            <a:r>
              <a:rPr lang="en-US" sz="2200" dirty="0"/>
              <a:t> </a:t>
            </a:r>
            <a:r>
              <a:rPr lang="en-US" sz="2200" dirty="0" err="1"/>
              <a:t>über</a:t>
            </a:r>
            <a:r>
              <a:rPr lang="en-US" sz="2200" dirty="0"/>
              <a:t> </a:t>
            </a:r>
            <a:r>
              <a:rPr lang="en-US" sz="2200" dirty="0" err="1"/>
              <a:t>Funktionsweise</a:t>
            </a:r>
            <a:r>
              <a:rPr lang="en-US" sz="2200" dirty="0"/>
              <a:t> </a:t>
            </a:r>
            <a:r>
              <a:rPr lang="en-US" sz="2200" dirty="0" err="1"/>
              <a:t>neuronaler</a:t>
            </a:r>
            <a:r>
              <a:rPr lang="en-US" sz="2200" dirty="0"/>
              <a:t> </a:t>
            </a:r>
            <a:r>
              <a:rPr lang="en-US" sz="2200" dirty="0" err="1"/>
              <a:t>Netze</a:t>
            </a:r>
            <a:endParaRPr lang="en-US" sz="22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633D0AA-8EC9-4074-835B-B9E8F51045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68963" y="1673444"/>
            <a:ext cx="4565283" cy="665481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Backend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5DE900-AEA6-4993-B176-7D5A096CB4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68963" y="2338927"/>
            <a:ext cx="4565283" cy="3492908"/>
          </a:xfrm>
        </p:spPr>
        <p:txBody>
          <a:bodyPr/>
          <a:lstStyle/>
          <a:p>
            <a:r>
              <a:rPr lang="en-US" sz="2200" dirty="0" err="1"/>
              <a:t>Erneutes</a:t>
            </a:r>
            <a:r>
              <a:rPr lang="en-US" sz="2200" dirty="0"/>
              <a:t> Training </a:t>
            </a:r>
            <a:r>
              <a:rPr lang="en-US" sz="2200" dirty="0" err="1"/>
              <a:t>mit</a:t>
            </a:r>
            <a:r>
              <a:rPr lang="en-US" sz="2200" dirty="0"/>
              <a:t> </a:t>
            </a:r>
            <a:r>
              <a:rPr lang="en-US" sz="2200" dirty="0" err="1"/>
              <a:t>gesammelten</a:t>
            </a:r>
            <a:r>
              <a:rPr lang="en-US" sz="2200" dirty="0"/>
              <a:t> </a:t>
            </a:r>
            <a:r>
              <a:rPr lang="en-US" sz="2200" dirty="0" err="1"/>
              <a:t>handgeschriebenen</a:t>
            </a:r>
            <a:r>
              <a:rPr lang="en-US" sz="2200" dirty="0"/>
              <a:t> </a:t>
            </a:r>
            <a:r>
              <a:rPr lang="en-US" sz="2200" dirty="0" err="1"/>
              <a:t>Daten</a:t>
            </a:r>
            <a:endParaRPr lang="en-US" sz="2200" dirty="0"/>
          </a:p>
          <a:p>
            <a:r>
              <a:rPr lang="en-US" sz="2200" dirty="0" err="1"/>
              <a:t>Modernere</a:t>
            </a:r>
            <a:r>
              <a:rPr lang="en-US" sz="2200" dirty="0"/>
              <a:t> Frameworks </a:t>
            </a:r>
            <a:r>
              <a:rPr lang="en-US" sz="2200" dirty="0" err="1"/>
              <a:t>wie</a:t>
            </a:r>
            <a:r>
              <a:rPr lang="en-US" sz="2200" dirty="0"/>
              <a:t> </a:t>
            </a:r>
            <a:r>
              <a:rPr lang="en-US" sz="2200" dirty="0" err="1"/>
              <a:t>FastAPI</a:t>
            </a:r>
            <a:r>
              <a:rPr lang="en-US" sz="2200" dirty="0"/>
              <a:t> für </a:t>
            </a:r>
            <a:r>
              <a:rPr lang="en-US" sz="2200" dirty="0" err="1"/>
              <a:t>bessere</a:t>
            </a:r>
            <a:r>
              <a:rPr lang="en-US" sz="2200" dirty="0"/>
              <a:t> Performance und </a:t>
            </a:r>
            <a:r>
              <a:rPr lang="en-US" sz="2200" dirty="0" err="1"/>
              <a:t>Wartbarkeit</a:t>
            </a: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CC598A7-1589-4155-8E9E-6556F34C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NUMBER PREDICTOR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9D29E60-58D1-45FC-8F2A-ADEF2F19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/>
          <a:lstStyle/>
          <a:p>
            <a:fld id="{5709AFD8-D051-4223-B8CF-1EC150CE8836}" type="slidenum">
              <a:rPr lang="en-US" smtClean="0">
                <a:solidFill>
                  <a:srgbClr val="6F2D47"/>
                </a:solidFill>
              </a:rPr>
              <a:pPr/>
              <a:t>6</a:t>
            </a:fld>
            <a:endParaRPr lang="en-US" dirty="0">
              <a:solidFill>
                <a:srgbClr val="6F2D47"/>
              </a:solidFill>
            </a:endParaRPr>
          </a:p>
        </p:txBody>
      </p:sp>
      <p:pic>
        <p:nvPicPr>
          <p:cNvPr id="2" name="Graphic 1" descr="Thought bubble outline">
            <a:extLst>
              <a:ext uri="{FF2B5EF4-FFF2-40B4-BE49-F238E27FC236}">
                <a16:creationId xmlns:a16="http://schemas.microsoft.com/office/drawing/2014/main" id="{6F321F94-0706-719F-FF8C-29CD3D371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75" y="644618"/>
            <a:ext cx="763094" cy="7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74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B644-5F5A-4E5B-BA28-DE6E222EB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024" y="860615"/>
            <a:ext cx="4973746" cy="3426107"/>
          </a:xfrm>
        </p:spPr>
        <p:txBody>
          <a:bodyPr/>
          <a:lstStyle/>
          <a:p>
            <a:r>
              <a:rPr lang="en-US" dirty="0" err="1">
                <a:solidFill>
                  <a:srgbClr val="6F2D47"/>
                </a:solidFill>
              </a:rPr>
              <a:t>Dankeschön</a:t>
            </a:r>
            <a:r>
              <a:rPr lang="en-US" dirty="0">
                <a:solidFill>
                  <a:srgbClr val="6F2D47"/>
                </a:solidFill>
              </a:rPr>
              <a:t>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C76A6-847B-4C82-B5E0-00AA09AD0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826" y="5184479"/>
            <a:ext cx="5249174" cy="660166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Hannah Kraft und Aimee Elaine Grundei</a:t>
            </a:r>
          </a:p>
        </p:txBody>
      </p:sp>
      <p:pic>
        <p:nvPicPr>
          <p:cNvPr id="101" name="Picture Placeholder 100" descr="Office Desk with keyboard, pencil, notebook, reading glasses, phome">
            <a:extLst>
              <a:ext uri="{FF2B5EF4-FFF2-40B4-BE49-F238E27FC236}">
                <a16:creationId xmlns:a16="http://schemas.microsoft.com/office/drawing/2014/main" id="{FB375E85-E1B2-43CF-B21B-9B8C2110B7F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0805" y="346969"/>
            <a:ext cx="4308475" cy="5669280"/>
          </a:xfrm>
        </p:spPr>
      </p:pic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F13935AE-5DF2-446C-8700-C187C6E7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6F2D47"/>
                </a:solidFill>
              </a:rPr>
              <a:t>NUMBER PREDICTOR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71A34B9-CDBE-4F6F-A2CD-04C420DB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/>
          <a:lstStyle/>
          <a:p>
            <a:fld id="{42B7CBA4-B6F8-42AF-9F87-A3019C537482}" type="slidenum">
              <a:rPr lang="en-US" smtClean="0">
                <a:solidFill>
                  <a:srgbClr val="6F2D47"/>
                </a:solidFill>
              </a:rPr>
              <a:pPr/>
              <a:t>7</a:t>
            </a:fld>
            <a:endParaRPr lang="en-US" dirty="0">
              <a:solidFill>
                <a:srgbClr val="6F2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482673"/>
      </p:ext>
    </p:extLst>
  </p:cSld>
  <p:clrMapOvr>
    <a:masterClrMapping/>
  </p:clrMapOvr>
</p:sld>
</file>

<file path=ppt/theme/theme1.xml><?xml version="1.0" encoding="utf-8"?>
<a:theme xmlns:a="http://schemas.openxmlformats.org/drawingml/2006/main" name="MemoVTI">
  <a:themeElements>
    <a:clrScheme name="Custom 1">
      <a:dk1>
        <a:srgbClr val="000000"/>
      </a:dk1>
      <a:lt1>
        <a:srgbClr val="FFFFFF"/>
      </a:lt1>
      <a:dk2>
        <a:srgbClr val="192033"/>
      </a:dk2>
      <a:lt2>
        <a:srgbClr val="F3EAD9"/>
      </a:lt2>
      <a:accent1>
        <a:srgbClr val="6F2C47"/>
      </a:accent1>
      <a:accent2>
        <a:srgbClr val="2F4FA7"/>
      </a:accent2>
      <a:accent3>
        <a:srgbClr val="76A899"/>
      </a:accent3>
      <a:accent4>
        <a:srgbClr val="D4669D"/>
      </a:accent4>
      <a:accent5>
        <a:srgbClr val="F2855A"/>
      </a:accent5>
      <a:accent6>
        <a:srgbClr val="C44732"/>
      </a:accent6>
      <a:hlink>
        <a:srgbClr val="3F7AAF"/>
      </a:hlink>
      <a:folHlink>
        <a:srgbClr val="9E4687"/>
      </a:folHlink>
    </a:clrScheme>
    <a:fontScheme name="Elephant Univers Condensed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moVTI" id="{DF30D94D-D909-45F8-8565-C675708280D4}" vid="{636A8D8B-0354-48FA-9492-83E81C2616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07BF10-CF7B-4768-919D-354C4FEDF0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BA3AEB-0B6D-4F09-8EB6-86588D7AB1E7}">
  <ds:schemaRefs>
    <ds:schemaRef ds:uri="http://www.w3.org/XML/1998/namespace"/>
    <ds:schemaRef ds:uri="16c05727-aa75-4e4a-9b5f-8a80a1165891"/>
    <ds:schemaRef ds:uri="http://schemas.microsoft.com/office/2006/metadata/properties"/>
    <ds:schemaRef ds:uri="71af3243-3dd4-4a8d-8c0d-dd76da1f02a5"/>
    <ds:schemaRef ds:uri="http://schemas.microsoft.com/sharepoint/v3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230e9df3-be65-4c73-a93b-d1236ebd677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73ADB9C-2137-454E-93EA-8050CA9AC5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c3ba50a-93e8-411f-aceb-87183474575f}" enabled="1" method="Standard" siteId="{3bfeb222-e42c-4535-aace-ea6f7751369b}" removed="0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174</Words>
  <Application>Microsoft Macintosh PowerPoint</Application>
  <PresentationFormat>Widescreen</PresentationFormat>
  <Paragraphs>80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MemoVTI</vt:lpstr>
      <vt:lpstr>Number Predictor</vt:lpstr>
      <vt:lpstr>Agenda</vt:lpstr>
      <vt:lpstr>CNN</vt:lpstr>
      <vt:lpstr>Frontend</vt:lpstr>
      <vt:lpstr>Backend</vt:lpstr>
      <vt:lpstr>Ausblick</vt:lpstr>
      <vt:lpstr>Dankeschön!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Grundei, Aimee</cp:lastModifiedBy>
  <cp:revision>5</cp:revision>
  <dcterms:created xsi:type="dcterms:W3CDTF">2025-11-11T09:58:21Z</dcterms:created>
  <dcterms:modified xsi:type="dcterms:W3CDTF">2025-11-20T14:15:59Z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