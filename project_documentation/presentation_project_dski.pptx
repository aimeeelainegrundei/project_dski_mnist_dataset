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4"/>
  </p:sldMasterIdLst>
  <p:notesMasterIdLst>
    <p:notesMasterId r:id="rId12"/>
  </p:notesMasterIdLst>
  <p:sldIdLst>
    <p:sldId id="256" r:id="rId5"/>
    <p:sldId id="300" r:id="rId6"/>
    <p:sldId id="301" r:id="rId7"/>
    <p:sldId id="304" r:id="rId8"/>
    <p:sldId id="306" r:id="rId9"/>
    <p:sldId id="261" r:id="rId10"/>
    <p:sldId id="28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F2D47"/>
    <a:srgbClr val="ED625F"/>
    <a:srgbClr val="9E3E65"/>
    <a:srgbClr val="6731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040CFAF-94CD-284E-81FA-43D4A2981A67}" v="34" dt="2025-11-20T12:59:18.011"/>
  </p1510:revLst>
</p1510:revInfo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464" autoAdjust="0"/>
    <p:restoredTop sz="94556" autoAdjust="0"/>
  </p:normalViewPr>
  <p:slideViewPr>
    <p:cSldViewPr snapToGrid="0">
      <p:cViewPr>
        <p:scale>
          <a:sx n="80" d="100"/>
          <a:sy n="80" d="100"/>
        </p:scale>
        <p:origin x="1032" y="10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72" d="100"/>
        <a:sy n="72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undei, Aimee" userId="f17c29a4-8d4b-49ee-838b-97aeaaadd7f3" providerId="ADAL" clId="{4E910B0D-87E2-5B16-9603-2483FCBA173F}"/>
    <pc:docChg chg="undo custSel addSld delSld modSld sldOrd">
      <pc:chgData name="Grundei, Aimee" userId="f17c29a4-8d4b-49ee-838b-97aeaaadd7f3" providerId="ADAL" clId="{4E910B0D-87E2-5B16-9603-2483FCBA173F}" dt="2025-11-20T13:26:34.873" v="2371" actId="255"/>
      <pc:docMkLst>
        <pc:docMk/>
      </pc:docMkLst>
      <pc:sldChg chg="modSp mod">
        <pc:chgData name="Grundei, Aimee" userId="f17c29a4-8d4b-49ee-838b-97aeaaadd7f3" providerId="ADAL" clId="{4E910B0D-87E2-5B16-9603-2483FCBA173F}" dt="2025-11-20T12:57:01.204" v="1745" actId="692"/>
        <pc:sldMkLst>
          <pc:docMk/>
          <pc:sldMk cId="1997080983" sldId="256"/>
        </pc:sldMkLst>
        <pc:cxnChg chg="mod">
          <ac:chgData name="Grundei, Aimee" userId="f17c29a4-8d4b-49ee-838b-97aeaaadd7f3" providerId="ADAL" clId="{4E910B0D-87E2-5B16-9603-2483FCBA173F}" dt="2025-11-20T12:57:01.204" v="1745" actId="692"/>
          <ac:cxnSpMkLst>
            <pc:docMk/>
            <pc:sldMk cId="1997080983" sldId="256"/>
            <ac:cxnSpMk id="6" creationId="{3BEC8FBF-EBC5-B37D-35CA-B8C95C75417A}"/>
          </ac:cxnSpMkLst>
        </pc:cxnChg>
      </pc:sldChg>
      <pc:sldChg chg="addSp modSp mod ord">
        <pc:chgData name="Grundei, Aimee" userId="f17c29a4-8d4b-49ee-838b-97aeaaadd7f3" providerId="ADAL" clId="{4E910B0D-87E2-5B16-9603-2483FCBA173F}" dt="2025-11-20T12:58:40.634" v="1787" actId="20577"/>
        <pc:sldMkLst>
          <pc:docMk/>
          <pc:sldMk cId="3694374871" sldId="261"/>
        </pc:sldMkLst>
        <pc:spChg chg="mod">
          <ac:chgData name="Grundei, Aimee" userId="f17c29a4-8d4b-49ee-838b-97aeaaadd7f3" providerId="ADAL" clId="{4E910B0D-87E2-5B16-9603-2483FCBA173F}" dt="2025-11-20T12:38:52.072" v="897" actId="1076"/>
          <ac:spMkLst>
            <pc:docMk/>
            <pc:sldMk cId="3694374871" sldId="261"/>
            <ac:spMk id="3" creationId="{C49D6D8D-4EF5-4265-88C3-9A7C15E6DEC4}"/>
          </ac:spMkLst>
        </pc:spChg>
        <pc:spChg chg="mod">
          <ac:chgData name="Grundei, Aimee" userId="f17c29a4-8d4b-49ee-838b-97aeaaadd7f3" providerId="ADAL" clId="{4E910B0D-87E2-5B16-9603-2483FCBA173F}" dt="2025-11-20T12:46:56.948" v="1374" actId="255"/>
          <ac:spMkLst>
            <pc:docMk/>
            <pc:sldMk cId="3694374871" sldId="261"/>
            <ac:spMk id="11" creationId="{8C803DE5-6EF0-4F28-8C50-C142E51B6F78}"/>
          </ac:spMkLst>
        </pc:spChg>
        <pc:spChg chg="mod">
          <ac:chgData name="Grundei, Aimee" userId="f17c29a4-8d4b-49ee-838b-97aeaaadd7f3" providerId="ADAL" clId="{4E910B0D-87E2-5B16-9603-2483FCBA173F}" dt="2025-11-20T12:41:29.637" v="1139" actId="20577"/>
          <ac:spMkLst>
            <pc:docMk/>
            <pc:sldMk cId="3694374871" sldId="261"/>
            <ac:spMk id="14" creationId="{665DE900-AEA6-4993-B176-7D5A096CB419}"/>
          </ac:spMkLst>
        </pc:spChg>
        <pc:spChg chg="mod">
          <ac:chgData name="Grundei, Aimee" userId="f17c29a4-8d4b-49ee-838b-97aeaaadd7f3" providerId="ADAL" clId="{4E910B0D-87E2-5B16-9603-2483FCBA173F}" dt="2025-11-20T12:58:40.634" v="1787" actId="20577"/>
          <ac:spMkLst>
            <pc:docMk/>
            <pc:sldMk cId="3694374871" sldId="261"/>
            <ac:spMk id="17" creationId="{9CC598A7-1589-4155-8E9E-6556F34CFFBF}"/>
          </ac:spMkLst>
        </pc:spChg>
        <pc:spChg chg="mod">
          <ac:chgData name="Grundei, Aimee" userId="f17c29a4-8d4b-49ee-838b-97aeaaadd7f3" providerId="ADAL" clId="{4E910B0D-87E2-5B16-9603-2483FCBA173F}" dt="2025-11-20T12:58:19.012" v="1747" actId="207"/>
          <ac:spMkLst>
            <pc:docMk/>
            <pc:sldMk cId="3694374871" sldId="261"/>
            <ac:spMk id="19" creationId="{D4337333-5C0C-4BBC-9B33-936F96AD27BA}"/>
          </ac:spMkLst>
        </pc:spChg>
        <pc:spChg chg="mod">
          <ac:chgData name="Grundei, Aimee" userId="f17c29a4-8d4b-49ee-838b-97aeaaadd7f3" providerId="ADAL" clId="{4E910B0D-87E2-5B16-9603-2483FCBA173F}" dt="2025-11-20T12:58:19.012" v="1747" actId="207"/>
          <ac:spMkLst>
            <pc:docMk/>
            <pc:sldMk cId="3694374871" sldId="261"/>
            <ac:spMk id="20" creationId="{E633D0AA-8EC9-4074-835B-B9E8F510452A}"/>
          </ac:spMkLst>
        </pc:spChg>
        <pc:picChg chg="add mod">
          <ac:chgData name="Grundei, Aimee" userId="f17c29a4-8d4b-49ee-838b-97aeaaadd7f3" providerId="ADAL" clId="{4E910B0D-87E2-5B16-9603-2483FCBA173F}" dt="2025-11-20T12:38:49.572" v="896" actId="1076"/>
          <ac:picMkLst>
            <pc:docMk/>
            <pc:sldMk cId="3694374871" sldId="261"/>
            <ac:picMk id="2" creationId="{6F321F94-0706-719F-FF8C-29CD3D3713F2}"/>
          </ac:picMkLst>
        </pc:picChg>
      </pc:sldChg>
      <pc:sldChg chg="del">
        <pc:chgData name="Grundei, Aimee" userId="f17c29a4-8d4b-49ee-838b-97aeaaadd7f3" providerId="ADAL" clId="{4E910B0D-87E2-5B16-9603-2483FCBA173F}" dt="2025-11-20T12:58:25.597" v="1752" actId="2696"/>
        <pc:sldMkLst>
          <pc:docMk/>
          <pc:sldMk cId="2555141384" sldId="265"/>
        </pc:sldMkLst>
      </pc:sldChg>
      <pc:sldChg chg="del">
        <pc:chgData name="Grundei, Aimee" userId="f17c29a4-8d4b-49ee-838b-97aeaaadd7f3" providerId="ADAL" clId="{4E910B0D-87E2-5B16-9603-2483FCBA173F}" dt="2025-11-20T12:58:24.283" v="1749" actId="2696"/>
        <pc:sldMkLst>
          <pc:docMk/>
          <pc:sldMk cId="2966309257" sldId="274"/>
        </pc:sldMkLst>
      </pc:sldChg>
      <pc:sldChg chg="del">
        <pc:chgData name="Grundei, Aimee" userId="f17c29a4-8d4b-49ee-838b-97aeaaadd7f3" providerId="ADAL" clId="{4E910B0D-87E2-5B16-9603-2483FCBA173F}" dt="2025-11-20T12:58:25.192" v="1751" actId="2696"/>
        <pc:sldMkLst>
          <pc:docMk/>
          <pc:sldMk cId="3263422996" sldId="275"/>
        </pc:sldMkLst>
      </pc:sldChg>
      <pc:sldChg chg="modSp mod ord">
        <pc:chgData name="Grundei, Aimee" userId="f17c29a4-8d4b-49ee-838b-97aeaaadd7f3" providerId="ADAL" clId="{4E910B0D-87E2-5B16-9603-2483FCBA173F}" dt="2025-11-20T12:59:18.011" v="1809"/>
        <pc:sldMkLst>
          <pc:docMk/>
          <pc:sldMk cId="1604482673" sldId="284"/>
        </pc:sldMkLst>
        <pc:spChg chg="mod">
          <ac:chgData name="Grundei, Aimee" userId="f17c29a4-8d4b-49ee-838b-97aeaaadd7f3" providerId="ADAL" clId="{4E910B0D-87E2-5B16-9603-2483FCBA173F}" dt="2025-11-20T12:20:19.987" v="319" actId="20577"/>
          <ac:spMkLst>
            <pc:docMk/>
            <pc:sldMk cId="1604482673" sldId="284"/>
            <ac:spMk id="2" creationId="{7CF8B644-5F5A-4E5B-BA28-DE6E222EB900}"/>
          </ac:spMkLst>
        </pc:spChg>
        <pc:spChg chg="mod">
          <ac:chgData name="Grundei, Aimee" userId="f17c29a4-8d4b-49ee-838b-97aeaaadd7f3" providerId="ADAL" clId="{4E910B0D-87E2-5B16-9603-2483FCBA173F}" dt="2025-11-20T12:20:37.549" v="373" actId="20577"/>
          <ac:spMkLst>
            <pc:docMk/>
            <pc:sldMk cId="1604482673" sldId="284"/>
            <ac:spMk id="3" creationId="{893C76A6-847B-4C82-B5E0-00AA09AD00A5}"/>
          </ac:spMkLst>
        </pc:spChg>
        <pc:spChg chg="mod">
          <ac:chgData name="Grundei, Aimee" userId="f17c29a4-8d4b-49ee-838b-97aeaaadd7f3" providerId="ADAL" clId="{4E910B0D-87E2-5B16-9603-2483FCBA173F}" dt="2025-11-20T12:59:18.011" v="1809"/>
          <ac:spMkLst>
            <pc:docMk/>
            <pc:sldMk cId="1604482673" sldId="284"/>
            <ac:spMk id="28" creationId="{F13935AE-5DF2-446C-8700-C187C6E71514}"/>
          </ac:spMkLst>
        </pc:spChg>
        <pc:picChg chg="mod">
          <ac:chgData name="Grundei, Aimee" userId="f17c29a4-8d4b-49ee-838b-97aeaaadd7f3" providerId="ADAL" clId="{4E910B0D-87E2-5B16-9603-2483FCBA173F}" dt="2025-11-20T12:22:32.751" v="409" actId="14826"/>
          <ac:picMkLst>
            <pc:docMk/>
            <pc:sldMk cId="1604482673" sldId="284"/>
            <ac:picMk id="101" creationId="{FB375E85-E1B2-43CF-B21B-9B8C2110B7FD}"/>
          </ac:picMkLst>
        </pc:picChg>
      </pc:sldChg>
      <pc:sldChg chg="addSp delSp modSp mod">
        <pc:chgData name="Grundei, Aimee" userId="f17c29a4-8d4b-49ee-838b-97aeaaadd7f3" providerId="ADAL" clId="{4E910B0D-87E2-5B16-9603-2483FCBA173F}" dt="2025-11-20T12:58:56.289" v="1804"/>
        <pc:sldMkLst>
          <pc:docMk/>
          <pc:sldMk cId="1144966255" sldId="300"/>
        </pc:sldMkLst>
        <pc:spChg chg="add del mod">
          <ac:chgData name="Grundei, Aimee" userId="f17c29a4-8d4b-49ee-838b-97aeaaadd7f3" providerId="ADAL" clId="{4E910B0D-87E2-5B16-9603-2483FCBA173F}" dt="2025-11-20T12:04:35.742" v="86" actId="478"/>
          <ac:spMkLst>
            <pc:docMk/>
            <pc:sldMk cId="1144966255" sldId="300"/>
            <ac:spMk id="14" creationId="{46750BBF-0215-52C4-BF89-503A06C912CA}"/>
          </ac:spMkLst>
        </pc:spChg>
        <pc:spChg chg="mod">
          <ac:chgData name="Grundei, Aimee" userId="f17c29a4-8d4b-49ee-838b-97aeaaadd7f3" providerId="ADAL" clId="{4E910B0D-87E2-5B16-9603-2483FCBA173F}" dt="2025-11-20T12:09:09.638" v="162" actId="1076"/>
          <ac:spMkLst>
            <pc:docMk/>
            <pc:sldMk cId="1144966255" sldId="300"/>
            <ac:spMk id="15" creationId="{26392955-6557-4ED6-B174-E9F9D52D2E58}"/>
          </ac:spMkLst>
        </pc:spChg>
        <pc:spChg chg="add del mod">
          <ac:chgData name="Grundei, Aimee" userId="f17c29a4-8d4b-49ee-838b-97aeaaadd7f3" providerId="ADAL" clId="{4E910B0D-87E2-5B16-9603-2483FCBA173F}" dt="2025-11-20T12:05:54.734" v="124" actId="478"/>
          <ac:spMkLst>
            <pc:docMk/>
            <pc:sldMk cId="1144966255" sldId="300"/>
            <ac:spMk id="16" creationId="{27C7CF43-9AC5-56AC-A485-6C37936D7565}"/>
          </ac:spMkLst>
        </pc:spChg>
        <pc:spChg chg="add mod">
          <ac:chgData name="Grundei, Aimee" userId="f17c29a4-8d4b-49ee-838b-97aeaaadd7f3" providerId="ADAL" clId="{4E910B0D-87E2-5B16-9603-2483FCBA173F}" dt="2025-11-20T12:07:28.206" v="144" actId="1076"/>
          <ac:spMkLst>
            <pc:docMk/>
            <pc:sldMk cId="1144966255" sldId="300"/>
            <ac:spMk id="17" creationId="{C094DA4D-1068-C3A8-E524-5AF619EBCBE9}"/>
          </ac:spMkLst>
        </pc:spChg>
        <pc:spChg chg="add mod">
          <ac:chgData name="Grundei, Aimee" userId="f17c29a4-8d4b-49ee-838b-97aeaaadd7f3" providerId="ADAL" clId="{4E910B0D-87E2-5B16-9603-2483FCBA173F}" dt="2025-11-20T12:09:02.488" v="161" actId="1076"/>
          <ac:spMkLst>
            <pc:docMk/>
            <pc:sldMk cId="1144966255" sldId="300"/>
            <ac:spMk id="18" creationId="{4B9EBDAD-1832-4458-4E39-727467C39F99}"/>
          </ac:spMkLst>
        </pc:spChg>
        <pc:spChg chg="mod">
          <ac:chgData name="Grundei, Aimee" userId="f17c29a4-8d4b-49ee-838b-97aeaaadd7f3" providerId="ADAL" clId="{4E910B0D-87E2-5B16-9603-2483FCBA173F}" dt="2025-11-20T12:58:56.289" v="1804"/>
          <ac:spMkLst>
            <pc:docMk/>
            <pc:sldMk cId="1144966255" sldId="300"/>
            <ac:spMk id="19" creationId="{CBBB7DCC-419E-4462-B49C-E0F2281E7226}"/>
          </ac:spMkLst>
        </pc:spChg>
        <pc:spChg chg="add mod">
          <ac:chgData name="Grundei, Aimee" userId="f17c29a4-8d4b-49ee-838b-97aeaaadd7f3" providerId="ADAL" clId="{4E910B0D-87E2-5B16-9603-2483FCBA173F}" dt="2025-11-20T12:06:16.390" v="131" actId="1076"/>
          <ac:spMkLst>
            <pc:docMk/>
            <pc:sldMk cId="1144966255" sldId="300"/>
            <ac:spMk id="21" creationId="{AAE5E53E-2C3B-481C-50DF-113DA595BC6F}"/>
          </ac:spMkLst>
        </pc:spChg>
        <pc:spChg chg="add mod">
          <ac:chgData name="Grundei, Aimee" userId="f17c29a4-8d4b-49ee-838b-97aeaaadd7f3" providerId="ADAL" clId="{4E910B0D-87E2-5B16-9603-2483FCBA173F}" dt="2025-11-20T12:09:17.522" v="163" actId="1076"/>
          <ac:spMkLst>
            <pc:docMk/>
            <pc:sldMk cId="1144966255" sldId="300"/>
            <ac:spMk id="22" creationId="{B5F32A8A-35D1-F5E0-E965-75E4C1944247}"/>
          </ac:spMkLst>
        </pc:spChg>
        <pc:grpChg chg="add mod">
          <ac:chgData name="Grundei, Aimee" userId="f17c29a4-8d4b-49ee-838b-97aeaaadd7f3" providerId="ADAL" clId="{4E910B0D-87E2-5B16-9603-2483FCBA173F}" dt="2025-11-20T12:10:08.245" v="165" actId="164"/>
          <ac:grpSpMkLst>
            <pc:docMk/>
            <pc:sldMk cId="1144966255" sldId="300"/>
            <ac:grpSpMk id="23" creationId="{68E6DD19-6FD8-6CB4-6199-CB7800F64BA7}"/>
          </ac:grpSpMkLst>
        </pc:grpChg>
        <pc:picChg chg="add mod">
          <ac:chgData name="Grundei, Aimee" userId="f17c29a4-8d4b-49ee-838b-97aeaaadd7f3" providerId="ADAL" clId="{4E910B0D-87E2-5B16-9603-2483FCBA173F}" dt="2025-11-20T12:10:33.294" v="186" actId="207"/>
          <ac:picMkLst>
            <pc:docMk/>
            <pc:sldMk cId="1144966255" sldId="300"/>
            <ac:picMk id="4" creationId="{DAB82E60-B318-7E59-A5F3-AC059399A84E}"/>
          </ac:picMkLst>
        </pc:picChg>
        <pc:picChg chg="add mod">
          <ac:chgData name="Grundei, Aimee" userId="f17c29a4-8d4b-49ee-838b-97aeaaadd7f3" providerId="ADAL" clId="{4E910B0D-87E2-5B16-9603-2483FCBA173F}" dt="2025-11-20T12:10:33.294" v="186" actId="207"/>
          <ac:picMkLst>
            <pc:docMk/>
            <pc:sldMk cId="1144966255" sldId="300"/>
            <ac:picMk id="6" creationId="{1408B165-8B0A-0929-B6E9-082A7EEC7973}"/>
          </ac:picMkLst>
        </pc:picChg>
        <pc:picChg chg="add mod">
          <ac:chgData name="Grundei, Aimee" userId="f17c29a4-8d4b-49ee-838b-97aeaaadd7f3" providerId="ADAL" clId="{4E910B0D-87E2-5B16-9603-2483FCBA173F}" dt="2025-11-20T12:10:33.294" v="186" actId="207"/>
          <ac:picMkLst>
            <pc:docMk/>
            <pc:sldMk cId="1144966255" sldId="300"/>
            <ac:picMk id="8" creationId="{D65EEC4B-23EA-864A-F4D6-0B24C571F88A}"/>
          </ac:picMkLst>
        </pc:picChg>
        <pc:picChg chg="add mod">
          <ac:chgData name="Grundei, Aimee" userId="f17c29a4-8d4b-49ee-838b-97aeaaadd7f3" providerId="ADAL" clId="{4E910B0D-87E2-5B16-9603-2483FCBA173F}" dt="2025-11-20T12:10:33.294" v="186" actId="207"/>
          <ac:picMkLst>
            <pc:docMk/>
            <pc:sldMk cId="1144966255" sldId="300"/>
            <ac:picMk id="10" creationId="{12202AFD-0AF0-86B8-D781-428103FBFFB2}"/>
          </ac:picMkLst>
        </pc:picChg>
        <pc:picChg chg="add mod">
          <ac:chgData name="Grundei, Aimee" userId="f17c29a4-8d4b-49ee-838b-97aeaaadd7f3" providerId="ADAL" clId="{4E910B0D-87E2-5B16-9603-2483FCBA173F}" dt="2025-11-20T12:10:33.294" v="186" actId="207"/>
          <ac:picMkLst>
            <pc:docMk/>
            <pc:sldMk cId="1144966255" sldId="300"/>
            <ac:picMk id="13" creationId="{798F8581-9AEF-199A-516A-F1CC5C19B40F}"/>
          </ac:picMkLst>
        </pc:picChg>
      </pc:sldChg>
      <pc:sldChg chg="addSp delSp modSp mod setBg">
        <pc:chgData name="Grundei, Aimee" userId="f17c29a4-8d4b-49ee-838b-97aeaaadd7f3" providerId="ADAL" clId="{4E910B0D-87E2-5B16-9603-2483FCBA173F}" dt="2025-11-20T12:59:00.352" v="1805"/>
        <pc:sldMkLst>
          <pc:docMk/>
          <pc:sldMk cId="913396457" sldId="301"/>
        </pc:sldMkLst>
        <pc:spChg chg="add del mod">
          <ac:chgData name="Grundei, Aimee" userId="f17c29a4-8d4b-49ee-838b-97aeaaadd7f3" providerId="ADAL" clId="{4E910B0D-87E2-5B16-9603-2483FCBA173F}" dt="2025-11-20T12:15:21.264" v="249" actId="931"/>
          <ac:spMkLst>
            <pc:docMk/>
            <pc:sldMk cId="913396457" sldId="301"/>
            <ac:spMk id="3" creationId="{E59AC4DA-83BC-957B-4968-47DD8D3593D3}"/>
          </ac:spMkLst>
        </pc:spChg>
        <pc:spChg chg="add del mod">
          <ac:chgData name="Grundei, Aimee" userId="f17c29a4-8d4b-49ee-838b-97aeaaadd7f3" providerId="ADAL" clId="{4E910B0D-87E2-5B16-9603-2483FCBA173F}" dt="2025-11-20T12:18:33.631" v="280"/>
          <ac:spMkLst>
            <pc:docMk/>
            <pc:sldMk cId="913396457" sldId="301"/>
            <ac:spMk id="6" creationId="{3E83174D-FDDE-983B-6C7D-4B80ADD9BF90}"/>
          </ac:spMkLst>
        </pc:spChg>
        <pc:spChg chg="add del mod">
          <ac:chgData name="Grundei, Aimee" userId="f17c29a4-8d4b-49ee-838b-97aeaaadd7f3" providerId="ADAL" clId="{4E910B0D-87E2-5B16-9603-2483FCBA173F}" dt="2025-11-20T12:17:33.280" v="264" actId="931"/>
          <ac:spMkLst>
            <pc:docMk/>
            <pc:sldMk cId="913396457" sldId="301"/>
            <ac:spMk id="8" creationId="{5A713E5A-AE57-FC7C-416F-3FA8E9D9359D}"/>
          </ac:spMkLst>
        </pc:spChg>
        <pc:spChg chg="add del mod">
          <ac:chgData name="Grundei, Aimee" userId="f17c29a4-8d4b-49ee-838b-97aeaaadd7f3" providerId="ADAL" clId="{4E910B0D-87E2-5B16-9603-2483FCBA173F}" dt="2025-11-20T12:26:55.924" v="657" actId="478"/>
          <ac:spMkLst>
            <pc:docMk/>
            <pc:sldMk cId="913396457" sldId="301"/>
            <ac:spMk id="14" creationId="{C64D62CF-78D7-7FE9-EBD9-537AF2FEBF22}"/>
          </ac:spMkLst>
        </pc:spChg>
        <pc:spChg chg="mod">
          <ac:chgData name="Grundei, Aimee" userId="f17c29a4-8d4b-49ee-838b-97aeaaadd7f3" providerId="ADAL" clId="{4E910B0D-87E2-5B16-9603-2483FCBA173F}" dt="2025-11-20T12:30:29.690" v="702" actId="26606"/>
          <ac:spMkLst>
            <pc:docMk/>
            <pc:sldMk cId="913396457" sldId="301"/>
            <ac:spMk id="15" creationId="{029A8827-3374-4A11-8C85-AA2D78E9D5F2}"/>
          </ac:spMkLst>
        </pc:spChg>
        <pc:spChg chg="mod">
          <ac:chgData name="Grundei, Aimee" userId="f17c29a4-8d4b-49ee-838b-97aeaaadd7f3" providerId="ADAL" clId="{4E910B0D-87E2-5B16-9603-2483FCBA173F}" dt="2025-11-20T12:30:29.690" v="702" actId="26606"/>
          <ac:spMkLst>
            <pc:docMk/>
            <pc:sldMk cId="913396457" sldId="301"/>
            <ac:spMk id="17" creationId="{017C5392-1C76-48FA-8940-76AD15BCEF55}"/>
          </ac:spMkLst>
        </pc:spChg>
        <pc:spChg chg="mod">
          <ac:chgData name="Grundei, Aimee" userId="f17c29a4-8d4b-49ee-838b-97aeaaadd7f3" providerId="ADAL" clId="{4E910B0D-87E2-5B16-9603-2483FCBA173F}" dt="2025-11-20T12:59:00.352" v="1805"/>
          <ac:spMkLst>
            <pc:docMk/>
            <pc:sldMk cId="913396457" sldId="301"/>
            <ac:spMk id="22" creationId="{74D078E0-1675-4479-A2AB-9DD2016B8737}"/>
          </ac:spMkLst>
        </pc:spChg>
        <pc:spChg chg="mod">
          <ac:chgData name="Grundei, Aimee" userId="f17c29a4-8d4b-49ee-838b-97aeaaadd7f3" providerId="ADAL" clId="{4E910B0D-87E2-5B16-9603-2483FCBA173F}" dt="2025-11-20T12:30:29.690" v="702" actId="26606"/>
          <ac:spMkLst>
            <pc:docMk/>
            <pc:sldMk cId="913396457" sldId="301"/>
            <ac:spMk id="23" creationId="{02E0DE71-4D88-4BC4-A247-4E1F6302359A}"/>
          </ac:spMkLst>
        </pc:spChg>
        <pc:spChg chg="add del">
          <ac:chgData name="Grundei, Aimee" userId="f17c29a4-8d4b-49ee-838b-97aeaaadd7f3" providerId="ADAL" clId="{4E910B0D-87E2-5B16-9603-2483FCBA173F}" dt="2025-11-20T12:30:29.690" v="702" actId="26606"/>
          <ac:spMkLst>
            <pc:docMk/>
            <pc:sldMk cId="913396457" sldId="301"/>
            <ac:spMk id="28" creationId="{8FBA68A5-A7C7-4D91-AB95-6E0B6FFD8743}"/>
          </ac:spMkLst>
        </pc:spChg>
        <pc:spChg chg="add del">
          <ac:chgData name="Grundei, Aimee" userId="f17c29a4-8d4b-49ee-838b-97aeaaadd7f3" providerId="ADAL" clId="{4E910B0D-87E2-5B16-9603-2483FCBA173F}" dt="2025-11-20T12:30:29.690" v="702" actId="26606"/>
          <ac:spMkLst>
            <pc:docMk/>
            <pc:sldMk cId="913396457" sldId="301"/>
            <ac:spMk id="30" creationId="{DA4051E3-92B2-42FC-BB3D-372E4A614439}"/>
          </ac:spMkLst>
        </pc:spChg>
        <pc:spChg chg="add del">
          <ac:chgData name="Grundei, Aimee" userId="f17c29a4-8d4b-49ee-838b-97aeaaadd7f3" providerId="ADAL" clId="{4E910B0D-87E2-5B16-9603-2483FCBA173F}" dt="2025-11-20T12:30:29.690" v="702" actId="26606"/>
          <ac:spMkLst>
            <pc:docMk/>
            <pc:sldMk cId="913396457" sldId="301"/>
            <ac:spMk id="38" creationId="{A6F16E74-3365-4789-B97F-4F2FE678726B}"/>
          </ac:spMkLst>
        </pc:spChg>
        <pc:spChg chg="add del">
          <ac:chgData name="Grundei, Aimee" userId="f17c29a4-8d4b-49ee-838b-97aeaaadd7f3" providerId="ADAL" clId="{4E910B0D-87E2-5B16-9603-2483FCBA173F}" dt="2025-11-20T12:30:29.690" v="702" actId="26606"/>
          <ac:spMkLst>
            <pc:docMk/>
            <pc:sldMk cId="913396457" sldId="301"/>
            <ac:spMk id="40" creationId="{42E53988-7613-4C2E-81FD-F9C05C6333D8}"/>
          </ac:spMkLst>
        </pc:spChg>
        <pc:spChg chg="add del">
          <ac:chgData name="Grundei, Aimee" userId="f17c29a4-8d4b-49ee-838b-97aeaaadd7f3" providerId="ADAL" clId="{4E910B0D-87E2-5B16-9603-2483FCBA173F}" dt="2025-11-20T12:30:29.690" v="702" actId="26606"/>
          <ac:spMkLst>
            <pc:docMk/>
            <pc:sldMk cId="913396457" sldId="301"/>
            <ac:spMk id="44" creationId="{B4B94F9D-3AFE-40F8-A0BC-CC3ABE675CC2}"/>
          </ac:spMkLst>
        </pc:spChg>
        <pc:picChg chg="add mod modCrop">
          <ac:chgData name="Grundei, Aimee" userId="f17c29a4-8d4b-49ee-838b-97aeaaadd7f3" providerId="ADAL" clId="{4E910B0D-87E2-5B16-9603-2483FCBA173F}" dt="2025-11-20T12:32:47.874" v="718" actId="1076"/>
          <ac:picMkLst>
            <pc:docMk/>
            <pc:sldMk cId="913396457" sldId="301"/>
            <ac:picMk id="5" creationId="{01A6C9A3-857E-7560-C678-162493088FDC}"/>
          </ac:picMkLst>
        </pc:picChg>
        <pc:picChg chg="add del mod modCrop">
          <ac:chgData name="Grundei, Aimee" userId="f17c29a4-8d4b-49ee-838b-97aeaaadd7f3" providerId="ADAL" clId="{4E910B0D-87E2-5B16-9603-2483FCBA173F}" dt="2025-11-20T12:26:53.704" v="656" actId="478"/>
          <ac:picMkLst>
            <pc:docMk/>
            <pc:sldMk cId="913396457" sldId="301"/>
            <ac:picMk id="10" creationId="{A43BC8BE-7CDF-A09E-7CA8-EE0B1E13EF40}"/>
          </ac:picMkLst>
        </pc:picChg>
        <pc:picChg chg="add mod">
          <ac:chgData name="Grundei, Aimee" userId="f17c29a4-8d4b-49ee-838b-97aeaaadd7f3" providerId="ADAL" clId="{4E910B0D-87E2-5B16-9603-2483FCBA173F}" dt="2025-11-20T12:19:27.204" v="293" actId="1076"/>
          <ac:picMkLst>
            <pc:docMk/>
            <pc:sldMk cId="913396457" sldId="301"/>
            <ac:picMk id="11" creationId="{ED44C570-0345-9B96-6E66-363F139D5A69}"/>
          </ac:picMkLst>
        </pc:picChg>
        <pc:picChg chg="del">
          <ac:chgData name="Grundei, Aimee" userId="f17c29a4-8d4b-49ee-838b-97aeaaadd7f3" providerId="ADAL" clId="{4E910B0D-87E2-5B16-9603-2483FCBA173F}" dt="2025-11-20T12:16:47.713" v="263" actId="478"/>
          <ac:picMkLst>
            <pc:docMk/>
            <pc:sldMk cId="913396457" sldId="301"/>
            <ac:picMk id="12" creationId="{5C6EB4F4-2E2A-4AA4-BE26-B5AA4D3BDF00}"/>
          </ac:picMkLst>
        </pc:picChg>
        <pc:picChg chg="add mod ord modCrop">
          <ac:chgData name="Grundei, Aimee" userId="f17c29a4-8d4b-49ee-838b-97aeaaadd7f3" providerId="ADAL" clId="{4E910B0D-87E2-5B16-9603-2483FCBA173F}" dt="2025-11-20T12:32:45.390" v="717" actId="1076"/>
          <ac:picMkLst>
            <pc:docMk/>
            <pc:sldMk cId="913396457" sldId="301"/>
            <ac:picMk id="16" creationId="{283A470D-167D-4671-3889-EE4554F05D44}"/>
          </ac:picMkLst>
        </pc:picChg>
        <pc:picChg chg="add del mod">
          <ac:chgData name="Grundei, Aimee" userId="f17c29a4-8d4b-49ee-838b-97aeaaadd7f3" providerId="ADAL" clId="{4E910B0D-87E2-5B16-9603-2483FCBA173F}" dt="2025-11-20T12:28:34.618" v="679" actId="478"/>
          <ac:picMkLst>
            <pc:docMk/>
            <pc:sldMk cId="913396457" sldId="301"/>
            <ac:picMk id="18" creationId="{16E02DB5-AD8E-63B2-1B46-AD6D0C407A49}"/>
          </ac:picMkLst>
        </pc:picChg>
        <pc:picChg chg="add del mod">
          <ac:chgData name="Grundei, Aimee" userId="f17c29a4-8d4b-49ee-838b-97aeaaadd7f3" providerId="ADAL" clId="{4E910B0D-87E2-5B16-9603-2483FCBA173F}" dt="2025-11-20T12:32:38.368" v="714" actId="478"/>
          <ac:picMkLst>
            <pc:docMk/>
            <pc:sldMk cId="913396457" sldId="301"/>
            <ac:picMk id="20" creationId="{32CDE650-079D-CE8F-D67E-118994543755}"/>
          </ac:picMkLst>
        </pc:picChg>
        <pc:picChg chg="del mod">
          <ac:chgData name="Grundei, Aimee" userId="f17c29a4-8d4b-49ee-838b-97aeaaadd7f3" providerId="ADAL" clId="{4E910B0D-87E2-5B16-9603-2483FCBA173F}" dt="2025-11-20T12:15:14.825" v="248" actId="478"/>
          <ac:picMkLst>
            <pc:docMk/>
            <pc:sldMk cId="913396457" sldId="301"/>
            <ac:picMk id="24" creationId="{E8D6D228-D684-4F0F-9A5A-880FC7432E4D}"/>
          </ac:picMkLst>
        </pc:picChg>
      </pc:sldChg>
      <pc:sldChg chg="del">
        <pc:chgData name="Grundei, Aimee" userId="f17c29a4-8d4b-49ee-838b-97aeaaadd7f3" providerId="ADAL" clId="{4E910B0D-87E2-5B16-9603-2483FCBA173F}" dt="2025-11-20T12:58:24.745" v="1750" actId="2696"/>
        <pc:sldMkLst>
          <pc:docMk/>
          <pc:sldMk cId="987058325" sldId="302"/>
        </pc:sldMkLst>
      </pc:sldChg>
      <pc:sldChg chg="addSp delSp modSp add del mod ord">
        <pc:chgData name="Grundei, Aimee" userId="f17c29a4-8d4b-49ee-838b-97aeaaadd7f3" providerId="ADAL" clId="{4E910B0D-87E2-5B16-9603-2483FCBA173F}" dt="2025-11-20T12:58:23.763" v="1748" actId="2696"/>
        <pc:sldMkLst>
          <pc:docMk/>
          <pc:sldMk cId="1942084311" sldId="303"/>
        </pc:sldMkLst>
        <pc:spChg chg="mod">
          <ac:chgData name="Grundei, Aimee" userId="f17c29a4-8d4b-49ee-838b-97aeaaadd7f3" providerId="ADAL" clId="{4E910B0D-87E2-5B16-9603-2483FCBA173F}" dt="2025-11-20T12:14:30.095" v="238" actId="20577"/>
          <ac:spMkLst>
            <pc:docMk/>
            <pc:sldMk cId="1942084311" sldId="303"/>
            <ac:spMk id="3" creationId="{1AD8E0FE-CD1D-48DB-9832-7196271719E1}"/>
          </ac:spMkLst>
        </pc:spChg>
        <pc:spChg chg="add del mod">
          <ac:chgData name="Grundei, Aimee" userId="f17c29a4-8d4b-49ee-838b-97aeaaadd7f3" providerId="ADAL" clId="{4E910B0D-87E2-5B16-9603-2483FCBA173F}" dt="2025-11-20T12:14:45.172" v="240" actId="931"/>
          <ac:spMkLst>
            <pc:docMk/>
            <pc:sldMk cId="1942084311" sldId="303"/>
            <ac:spMk id="5" creationId="{627D3A06-CBA6-61F5-EC30-923F2AC77B07}"/>
          </ac:spMkLst>
        </pc:spChg>
        <pc:graphicFrameChg chg="del">
          <ac:chgData name="Grundei, Aimee" userId="f17c29a4-8d4b-49ee-838b-97aeaaadd7f3" providerId="ADAL" clId="{4E910B0D-87E2-5B16-9603-2483FCBA173F}" dt="2025-11-20T12:14:35.873" v="239" actId="478"/>
          <ac:graphicFrameMkLst>
            <pc:docMk/>
            <pc:sldMk cId="1942084311" sldId="303"/>
            <ac:graphicFrameMk id="12" creationId="{03F66345-BC9C-4F39-A854-C9BC568419C0}"/>
          </ac:graphicFrameMkLst>
        </pc:graphicFrameChg>
        <pc:picChg chg="add mod">
          <ac:chgData name="Grundei, Aimee" userId="f17c29a4-8d4b-49ee-838b-97aeaaadd7f3" providerId="ADAL" clId="{4E910B0D-87E2-5B16-9603-2483FCBA173F}" dt="2025-11-20T12:15:07.051" v="246" actId="1076"/>
          <ac:picMkLst>
            <pc:docMk/>
            <pc:sldMk cId="1942084311" sldId="303"/>
            <ac:picMk id="7" creationId="{F677FD85-FE21-77DD-2995-3E2CFB883D78}"/>
          </ac:picMkLst>
        </pc:picChg>
      </pc:sldChg>
      <pc:sldChg chg="addSp modSp mod ord">
        <pc:chgData name="Grundei, Aimee" userId="f17c29a4-8d4b-49ee-838b-97aeaaadd7f3" providerId="ADAL" clId="{4E910B0D-87E2-5B16-9603-2483FCBA173F}" dt="2025-11-20T12:59:10.750" v="1808"/>
        <pc:sldMkLst>
          <pc:docMk/>
          <pc:sldMk cId="2362275533" sldId="304"/>
        </pc:sldMkLst>
        <pc:spChg chg="mod">
          <ac:chgData name="Grundei, Aimee" userId="f17c29a4-8d4b-49ee-838b-97aeaaadd7f3" providerId="ADAL" clId="{4E910B0D-87E2-5B16-9603-2483FCBA173F}" dt="2025-11-20T12:59:10.750" v="1808"/>
          <ac:spMkLst>
            <pc:docMk/>
            <pc:sldMk cId="2362275533" sldId="304"/>
            <ac:spMk id="3" creationId="{4BE5F9A3-EC1A-4AB8-9A51-93EBC2DBC869}"/>
          </ac:spMkLst>
        </pc:spChg>
        <pc:spChg chg="mod">
          <ac:chgData name="Grundei, Aimee" userId="f17c29a4-8d4b-49ee-838b-97aeaaadd7f3" providerId="ADAL" clId="{4E910B0D-87E2-5B16-9603-2483FCBA173F}" dt="2025-11-20T12:35:14.439" v="787" actId="1076"/>
          <ac:spMkLst>
            <pc:docMk/>
            <pc:sldMk cId="2362275533" sldId="304"/>
            <ac:spMk id="10" creationId="{D9046EF7-AC35-4EFD-B67B-BCCD7D223073}"/>
          </ac:spMkLst>
        </pc:spChg>
        <pc:spChg chg="mod">
          <ac:chgData name="Grundei, Aimee" userId="f17c29a4-8d4b-49ee-838b-97aeaaadd7f3" providerId="ADAL" clId="{4E910B0D-87E2-5B16-9603-2483FCBA173F}" dt="2025-11-20T12:53:30.088" v="1741" actId="207"/>
          <ac:spMkLst>
            <pc:docMk/>
            <pc:sldMk cId="2362275533" sldId="304"/>
            <ac:spMk id="11" creationId="{02387DCC-3977-4A99-9BE0-CBFE5B005922}"/>
          </ac:spMkLst>
        </pc:spChg>
        <pc:spChg chg="mod">
          <ac:chgData name="Grundei, Aimee" userId="f17c29a4-8d4b-49ee-838b-97aeaaadd7f3" providerId="ADAL" clId="{4E910B0D-87E2-5B16-9603-2483FCBA173F}" dt="2025-11-20T12:53:26.299" v="1740" actId="207"/>
          <ac:spMkLst>
            <pc:docMk/>
            <pc:sldMk cId="2362275533" sldId="304"/>
            <ac:spMk id="12" creationId="{15FBF6DF-AB98-4988-9B00-AF337D5E1522}"/>
          </ac:spMkLst>
        </pc:spChg>
        <pc:spChg chg="mod">
          <ac:chgData name="Grundei, Aimee" userId="f17c29a4-8d4b-49ee-838b-97aeaaadd7f3" providerId="ADAL" clId="{4E910B0D-87E2-5B16-9603-2483FCBA173F}" dt="2025-11-20T12:53:34.865" v="1742" actId="207"/>
          <ac:spMkLst>
            <pc:docMk/>
            <pc:sldMk cId="2362275533" sldId="304"/>
            <ac:spMk id="13" creationId="{250E3A27-246E-451F-8FA8-E6FD6935D787}"/>
          </ac:spMkLst>
        </pc:spChg>
        <pc:spChg chg="mod">
          <ac:chgData name="Grundei, Aimee" userId="f17c29a4-8d4b-49ee-838b-97aeaaadd7f3" providerId="ADAL" clId="{4E910B0D-87E2-5B16-9603-2483FCBA173F}" dt="2025-11-20T12:53:40.447" v="1744" actId="207"/>
          <ac:spMkLst>
            <pc:docMk/>
            <pc:sldMk cId="2362275533" sldId="304"/>
            <ac:spMk id="14" creationId="{A1104E7E-55E9-451B-B30D-DCA20FC09E12}"/>
          </ac:spMkLst>
        </pc:spChg>
        <pc:spChg chg="mod">
          <ac:chgData name="Grundei, Aimee" userId="f17c29a4-8d4b-49ee-838b-97aeaaadd7f3" providerId="ADAL" clId="{4E910B0D-87E2-5B16-9603-2483FCBA173F}" dt="2025-11-20T12:49:55.137" v="1498" actId="255"/>
          <ac:spMkLst>
            <pc:docMk/>
            <pc:sldMk cId="2362275533" sldId="304"/>
            <ac:spMk id="15" creationId="{18FCED40-C162-4447-BEDE-F9D62FD18F24}"/>
          </ac:spMkLst>
        </pc:spChg>
        <pc:spChg chg="mod">
          <ac:chgData name="Grundei, Aimee" userId="f17c29a4-8d4b-49ee-838b-97aeaaadd7f3" providerId="ADAL" clId="{4E910B0D-87E2-5B16-9603-2483FCBA173F}" dt="2025-11-20T12:53:37.577" v="1743" actId="207"/>
          <ac:spMkLst>
            <pc:docMk/>
            <pc:sldMk cId="2362275533" sldId="304"/>
            <ac:spMk id="16" creationId="{44C7BFC5-24B5-4D4A-ABE8-E403ADD39EC8}"/>
          </ac:spMkLst>
        </pc:spChg>
        <pc:picChg chg="add mod">
          <ac:chgData name="Grundei, Aimee" userId="f17c29a4-8d4b-49ee-838b-97aeaaadd7f3" providerId="ADAL" clId="{4E910B0D-87E2-5B16-9603-2483FCBA173F}" dt="2025-11-20T12:35:05.941" v="786" actId="1076"/>
          <ac:picMkLst>
            <pc:docMk/>
            <pc:sldMk cId="2362275533" sldId="304"/>
            <ac:picMk id="2" creationId="{AFD917ED-535F-A090-B34B-615C9CE0AEEB}"/>
          </ac:picMkLst>
        </pc:picChg>
      </pc:sldChg>
      <pc:sldChg chg="modSp del mod">
        <pc:chgData name="Grundei, Aimee" userId="f17c29a4-8d4b-49ee-838b-97aeaaadd7f3" providerId="ADAL" clId="{4E910B0D-87E2-5B16-9603-2483FCBA173F}" dt="2025-11-20T12:58:26.115" v="1753" actId="2696"/>
        <pc:sldMkLst>
          <pc:docMk/>
          <pc:sldMk cId="390419980" sldId="305"/>
        </pc:sldMkLst>
        <pc:spChg chg="mod">
          <ac:chgData name="Grundei, Aimee" userId="f17c29a4-8d4b-49ee-838b-97aeaaadd7f3" providerId="ADAL" clId="{4E910B0D-87E2-5B16-9603-2483FCBA173F}" dt="2025-11-20T12:18:55.690" v="288" actId="20577"/>
          <ac:spMkLst>
            <pc:docMk/>
            <pc:sldMk cId="390419980" sldId="305"/>
            <ac:spMk id="12" creationId="{62CA1E89-F74D-4164-B92E-2F5324CCDDE7}"/>
          </ac:spMkLst>
        </pc:spChg>
      </pc:sldChg>
      <pc:sldChg chg="addSp delSp modSp add mod">
        <pc:chgData name="Grundei, Aimee" userId="f17c29a4-8d4b-49ee-838b-97aeaaadd7f3" providerId="ADAL" clId="{4E910B0D-87E2-5B16-9603-2483FCBA173F}" dt="2025-11-20T13:26:34.873" v="2371" actId="255"/>
        <pc:sldMkLst>
          <pc:docMk/>
          <pc:sldMk cId="2906789679" sldId="306"/>
        </pc:sldMkLst>
        <pc:spChg chg="mod">
          <ac:chgData name="Grundei, Aimee" userId="f17c29a4-8d4b-49ee-838b-97aeaaadd7f3" providerId="ADAL" clId="{4E910B0D-87E2-5B16-9603-2483FCBA173F}" dt="2025-11-20T12:58:48.325" v="1803" actId="20577"/>
          <ac:spMkLst>
            <pc:docMk/>
            <pc:sldMk cId="2906789679" sldId="306"/>
            <ac:spMk id="3" creationId="{21572921-C349-5E87-0121-8A8B789B7B44}"/>
          </ac:spMkLst>
        </pc:spChg>
        <pc:spChg chg="mod">
          <ac:chgData name="Grundei, Aimee" userId="f17c29a4-8d4b-49ee-838b-97aeaaadd7f3" providerId="ADAL" clId="{4E910B0D-87E2-5B16-9603-2483FCBA173F}" dt="2025-11-20T12:35:45.475" v="799" actId="20577"/>
          <ac:spMkLst>
            <pc:docMk/>
            <pc:sldMk cId="2906789679" sldId="306"/>
            <ac:spMk id="10" creationId="{C36E1397-4C1B-7C9A-209B-A82A8A0B9017}"/>
          </ac:spMkLst>
        </pc:spChg>
        <pc:spChg chg="mod">
          <ac:chgData name="Grundei, Aimee" userId="f17c29a4-8d4b-49ee-838b-97aeaaadd7f3" providerId="ADAL" clId="{4E910B0D-87E2-5B16-9603-2483FCBA173F}" dt="2025-11-20T13:10:48.556" v="2285" actId="255"/>
          <ac:spMkLst>
            <pc:docMk/>
            <pc:sldMk cId="2906789679" sldId="306"/>
            <ac:spMk id="11" creationId="{1AAF7FC3-3515-B3F4-81D1-36DAB16D7C5E}"/>
          </ac:spMkLst>
        </pc:spChg>
        <pc:spChg chg="mod">
          <ac:chgData name="Grundei, Aimee" userId="f17c29a4-8d4b-49ee-838b-97aeaaadd7f3" providerId="ADAL" clId="{4E910B0D-87E2-5B16-9603-2483FCBA173F}" dt="2025-11-20T13:26:34.873" v="2371" actId="255"/>
          <ac:spMkLst>
            <pc:docMk/>
            <pc:sldMk cId="2906789679" sldId="306"/>
            <ac:spMk id="12" creationId="{FB50BED8-4527-9C19-1036-73F9F82148E4}"/>
          </ac:spMkLst>
        </pc:spChg>
        <pc:spChg chg="mod">
          <ac:chgData name="Grundei, Aimee" userId="f17c29a4-8d4b-49ee-838b-97aeaaadd7f3" providerId="ADAL" clId="{4E910B0D-87E2-5B16-9603-2483FCBA173F}" dt="2025-11-20T12:58:09.796" v="1746" actId="207"/>
          <ac:spMkLst>
            <pc:docMk/>
            <pc:sldMk cId="2906789679" sldId="306"/>
            <ac:spMk id="13" creationId="{BEF8891E-AB5C-92A4-8C71-1B5057E55944}"/>
          </ac:spMkLst>
        </pc:spChg>
        <pc:spChg chg="mod">
          <ac:chgData name="Grundei, Aimee" userId="f17c29a4-8d4b-49ee-838b-97aeaaadd7f3" providerId="ADAL" clId="{4E910B0D-87E2-5B16-9603-2483FCBA173F}" dt="2025-11-20T12:58:09.796" v="1746" actId="207"/>
          <ac:spMkLst>
            <pc:docMk/>
            <pc:sldMk cId="2906789679" sldId="306"/>
            <ac:spMk id="14" creationId="{5F666AA2-F339-72B7-7F11-D1C04B15B1F5}"/>
          </ac:spMkLst>
        </pc:spChg>
        <pc:spChg chg="mod">
          <ac:chgData name="Grundei, Aimee" userId="f17c29a4-8d4b-49ee-838b-97aeaaadd7f3" providerId="ADAL" clId="{4E910B0D-87E2-5B16-9603-2483FCBA173F}" dt="2025-11-20T13:10:59.103" v="2287" actId="255"/>
          <ac:spMkLst>
            <pc:docMk/>
            <pc:sldMk cId="2906789679" sldId="306"/>
            <ac:spMk id="15" creationId="{44651DBE-F068-BB1F-5B41-3D21913C879C}"/>
          </ac:spMkLst>
        </pc:spChg>
        <pc:spChg chg="mod">
          <ac:chgData name="Grundei, Aimee" userId="f17c29a4-8d4b-49ee-838b-97aeaaadd7f3" providerId="ADAL" clId="{4E910B0D-87E2-5B16-9603-2483FCBA173F}" dt="2025-11-20T12:58:09.796" v="1746" actId="207"/>
          <ac:spMkLst>
            <pc:docMk/>
            <pc:sldMk cId="2906789679" sldId="306"/>
            <ac:spMk id="16" creationId="{4B2748A9-16BD-8069-DE62-96CD21DAC5F7}"/>
          </ac:spMkLst>
        </pc:spChg>
        <pc:picChg chg="del">
          <ac:chgData name="Grundei, Aimee" userId="f17c29a4-8d4b-49ee-838b-97aeaaadd7f3" providerId="ADAL" clId="{4E910B0D-87E2-5B16-9603-2483FCBA173F}" dt="2025-11-20T12:35:52.495" v="800" actId="478"/>
          <ac:picMkLst>
            <pc:docMk/>
            <pc:sldMk cId="2906789679" sldId="306"/>
            <ac:picMk id="2" creationId="{3A9E8334-0BC8-7D90-C677-A680E55417A7}"/>
          </ac:picMkLst>
        </pc:picChg>
        <pc:picChg chg="add mod">
          <ac:chgData name="Grundei, Aimee" userId="f17c29a4-8d4b-49ee-838b-97aeaaadd7f3" providerId="ADAL" clId="{4E910B0D-87E2-5B16-9603-2483FCBA173F}" dt="2025-11-20T12:35:56.209" v="802" actId="1076"/>
          <ac:picMkLst>
            <pc:docMk/>
            <pc:sldMk cId="2906789679" sldId="306"/>
            <ac:picMk id="4" creationId="{862792B2-6E37-CFB4-7818-465CF44EBD41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251CB3-929A-46AA-91E0-510E89CC6168}" type="datetimeFigureOut">
              <a:rPr lang="en-US" smtClean="0"/>
              <a:t>11/20/25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4E2FE4-6336-4905-8984-1BD41189996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3133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CAE207-564E-47A1-98A5-5E5AE2BB697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8416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AF6B84-22F7-4900-A10E-54CE716102EC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9285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11C694-FCB4-4B09-A0E2-0EA21922B48C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08622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CAE207-564E-47A1-98A5-5E5AE2BB6979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70411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6">
            <a:extLst>
              <a:ext uri="{FF2B5EF4-FFF2-40B4-BE49-F238E27FC236}">
                <a16:creationId xmlns:a16="http://schemas.microsoft.com/office/drawing/2014/main" id="{E77FA134-921C-43EE-92E3-539725117D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6052" y="4831105"/>
            <a:ext cx="6265486" cy="1075278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/>
            <a:endParaRPr lang="en-US" sz="4000" dirty="0"/>
          </a:p>
        </p:txBody>
      </p:sp>
      <p:sp>
        <p:nvSpPr>
          <p:cNvPr id="30" name="Subtitle 7">
            <a:extLst>
              <a:ext uri="{FF2B5EF4-FFF2-40B4-BE49-F238E27FC236}">
                <a16:creationId xmlns:a16="http://schemas.microsoft.com/office/drawing/2014/main" id="{17AE8BF6-9AD3-4A75-840F-4781599DF7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82022" y="4837855"/>
            <a:ext cx="2771933" cy="986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/>
            </a:lvl1pPr>
          </a:lstStyle>
          <a:p>
            <a:pPr algn="l"/>
            <a:endParaRPr lang="en-US" sz="1800" dirty="0"/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33070A8-8189-4083-9ED0-E15F9926280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79094" y="344805"/>
            <a:ext cx="10369604" cy="4154274"/>
          </a:xfrm>
          <a:custGeom>
            <a:avLst/>
            <a:gdLst>
              <a:gd name="connsiteX0" fmla="*/ 0 w 10351056"/>
              <a:gd name="connsiteY0" fmla="*/ 0 h 4167962"/>
              <a:gd name="connsiteX1" fmla="*/ 10351056 w 10351056"/>
              <a:gd name="connsiteY1" fmla="*/ 0 h 4167962"/>
              <a:gd name="connsiteX2" fmla="*/ 10351056 w 10351056"/>
              <a:gd name="connsiteY2" fmla="*/ 4167962 h 4167962"/>
              <a:gd name="connsiteX3" fmla="*/ 0 w 10351056"/>
              <a:gd name="connsiteY3" fmla="*/ 4167962 h 4167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351056" h="4167962">
                <a:moveTo>
                  <a:pt x="0" y="0"/>
                </a:moveTo>
                <a:lnTo>
                  <a:pt x="10351056" y="0"/>
                </a:lnTo>
                <a:lnTo>
                  <a:pt x="10351056" y="4167962"/>
                </a:lnTo>
                <a:lnTo>
                  <a:pt x="0" y="4167962"/>
                </a:lnTo>
                <a:close/>
              </a:path>
            </a:pathLst>
          </a:custGeom>
          <a:ln w="12700">
            <a:noFill/>
          </a:ln>
        </p:spPr>
        <p:txBody>
          <a:bodyPr wrap="square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Insert photo here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0F51BDE-1EB3-41BB-B5A9-7DAD219A30D3}"/>
              </a:ext>
            </a:extLst>
          </p:cNvPr>
          <p:cNvCxnSpPr>
            <a:cxnSpLocks/>
          </p:cNvCxnSpPr>
          <p:nvPr userDrawn="1"/>
        </p:nvCxnSpPr>
        <p:spPr>
          <a:xfrm>
            <a:off x="7274510" y="4502925"/>
            <a:ext cx="0" cy="1551637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3F10827-3B8A-4BA2-B6EC-23D5DC894A6B}"/>
              </a:ext>
            </a:extLst>
          </p:cNvPr>
          <p:cNvCxnSpPr>
            <a:cxnSpLocks/>
          </p:cNvCxnSpPr>
          <p:nvPr userDrawn="1"/>
        </p:nvCxnSpPr>
        <p:spPr>
          <a:xfrm>
            <a:off x="367744" y="6047437"/>
            <a:ext cx="10387584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32E242F-C9A2-41FB-A4D0-2E91F1957FEE}"/>
              </a:ext>
            </a:extLst>
          </p:cNvPr>
          <p:cNvCxnSpPr>
            <a:cxnSpLocks/>
          </p:cNvCxnSpPr>
          <p:nvPr userDrawn="1"/>
        </p:nvCxnSpPr>
        <p:spPr>
          <a:xfrm>
            <a:off x="10756631" y="334928"/>
            <a:ext cx="0" cy="6188146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719351D2-E3C1-4B5E-92DD-953B72A1A5DD}"/>
              </a:ext>
            </a:extLst>
          </p:cNvPr>
          <p:cNvSpPr/>
          <p:nvPr userDrawn="1"/>
        </p:nvSpPr>
        <p:spPr>
          <a:xfrm>
            <a:off x="367744" y="334928"/>
            <a:ext cx="11456511" cy="61881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7DAEB32-E6EB-45FD-95D9-4FD7A15AFA45}"/>
              </a:ext>
            </a:extLst>
          </p:cNvPr>
          <p:cNvCxnSpPr>
            <a:cxnSpLocks/>
          </p:cNvCxnSpPr>
          <p:nvPr userDrawn="1"/>
        </p:nvCxnSpPr>
        <p:spPr>
          <a:xfrm>
            <a:off x="367744" y="4506699"/>
            <a:ext cx="10387584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57446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6">
            <a:extLst>
              <a:ext uri="{FF2B5EF4-FFF2-40B4-BE49-F238E27FC236}">
                <a16:creationId xmlns:a16="http://schemas.microsoft.com/office/drawing/2014/main" id="{56E0922C-727E-41DE-A291-8B2532C0B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45914"/>
            <a:ext cx="9527275" cy="1241944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 lang="en-US" dirty="0"/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0BA21BC3-D7D6-4CE3-80EE-27EBA4E5D0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00300"/>
            <a:ext cx="6025116" cy="335222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15" name="Date Placeholder 3">
            <a:extLst>
              <a:ext uri="{FF2B5EF4-FFF2-40B4-BE49-F238E27FC236}">
                <a16:creationId xmlns:a16="http://schemas.microsoft.com/office/drawing/2014/main" id="{FC5708CD-5501-430E-B7D6-9831917BAA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2" y="6140304"/>
            <a:ext cx="3154896" cy="28707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2/4/20XX</a:t>
            </a:r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89B3BC8-B948-466C-AF97-12DC1F49F4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0748698" y="334928"/>
            <a:ext cx="0" cy="6188146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7D76934F-0BCD-42BE-8D13-007AA387F75E}"/>
              </a:ext>
            </a:extLst>
          </p:cNvPr>
          <p:cNvSpPr/>
          <p:nvPr userDrawn="1"/>
        </p:nvSpPr>
        <p:spPr>
          <a:xfrm>
            <a:off x="367744" y="334928"/>
            <a:ext cx="11456511" cy="61881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CC4F7C6-EA76-4465-96E2-8136E709C879}"/>
              </a:ext>
            </a:extLst>
          </p:cNvPr>
          <p:cNvCxnSpPr>
            <a:cxnSpLocks/>
          </p:cNvCxnSpPr>
          <p:nvPr userDrawn="1"/>
        </p:nvCxnSpPr>
        <p:spPr>
          <a:xfrm>
            <a:off x="373060" y="6047437"/>
            <a:ext cx="10375638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6BC92E4-5631-44E1-BB52-402CFAEC8C4C}"/>
              </a:ext>
            </a:extLst>
          </p:cNvPr>
          <p:cNvCxnSpPr>
            <a:cxnSpLocks/>
          </p:cNvCxnSpPr>
          <p:nvPr userDrawn="1"/>
        </p:nvCxnSpPr>
        <p:spPr>
          <a:xfrm>
            <a:off x="367744" y="1914832"/>
            <a:ext cx="10380954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Picture Placeholder 21">
            <a:extLst>
              <a:ext uri="{FF2B5EF4-FFF2-40B4-BE49-F238E27FC236}">
                <a16:creationId xmlns:a16="http://schemas.microsoft.com/office/drawing/2014/main" id="{CF136D33-904D-4627-9996-906BEF93C9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269480" y="1928306"/>
            <a:ext cx="3465576" cy="4105656"/>
          </a:xfrm>
          <a:prstGeom prst="rect">
            <a:avLst/>
          </a:prstGeom>
          <a:ln w="12700">
            <a:noFill/>
          </a:ln>
        </p:spPr>
        <p:txBody>
          <a:bodyPr/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D43D922A-C0B9-48C6-809E-CBA3A3EBD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9233562" y="2578525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30226281-A676-4C1E-8049-52CC25829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1701" y="5672706"/>
            <a:ext cx="951908" cy="754673"/>
          </a:xfrm>
          <a:prstGeom prst="rect">
            <a:avLst/>
          </a:prstGeom>
        </p:spPr>
        <p:txBody>
          <a:bodyPr/>
          <a:lstStyle>
            <a:lvl1pPr algn="ctr">
              <a:defRPr sz="3600" b="1">
                <a:solidFill>
                  <a:schemeClr val="accent1"/>
                </a:solidFill>
              </a:defRPr>
            </a:lvl1pPr>
          </a:lstStyle>
          <a:p>
            <a:fld id="{42B7CBA4-B6F8-42AF-9F87-A3019C53748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B71ED17-C1A9-46D5-910E-FDF38A9308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258332" y="1928306"/>
            <a:ext cx="0" cy="4119131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98279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F7BE1DF-0774-41C3-9C97-8D3AD9389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86300" y="0"/>
            <a:ext cx="7505700" cy="6857999"/>
          </a:xfrm>
          <a:prstGeom prst="rect">
            <a:avLst/>
          </a:prstGeom>
          <a:solidFill>
            <a:schemeClr val="accent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641EA2F-8E7F-4936-8937-E05DE1B6D3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0748698" y="334928"/>
            <a:ext cx="0" cy="6188146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06BB0744-4032-429E-81B9-1EBE6AFCE4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50092" y="334928"/>
            <a:ext cx="6774164" cy="61881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7F04C1EC-8E4D-4E9F-841F-FF2380B7C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46143" y="633510"/>
            <a:ext cx="4951823" cy="1500079"/>
          </a:xfrm>
          <a:prstGeom prst="rect">
            <a:avLst/>
          </a:prstGeom>
        </p:spPr>
        <p:txBody>
          <a:bodyPr anchor="ctr"/>
          <a:lstStyle/>
          <a:p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402D4F4-E402-4EA2-8CDA-405B9833BC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050092" y="2400300"/>
            <a:ext cx="5695610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074903B-A74C-4D16-86A8-D85D219A78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050092" y="6047437"/>
            <a:ext cx="5698606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Picture Placeholder 20">
            <a:extLst>
              <a:ext uri="{FF2B5EF4-FFF2-40B4-BE49-F238E27FC236}">
                <a16:creationId xmlns:a16="http://schemas.microsoft.com/office/drawing/2014/main" id="{7D764FFE-180D-413D-90DD-38B2D8085AE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9750" y="400050"/>
            <a:ext cx="3606800" cy="286067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4" name="Picture Placeholder 20">
            <a:extLst>
              <a:ext uri="{FF2B5EF4-FFF2-40B4-BE49-F238E27FC236}">
                <a16:creationId xmlns:a16="http://schemas.microsoft.com/office/drawing/2014/main" id="{BF014A06-7AE6-44FE-91E3-FEB7684D9BC5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9750" y="3565525"/>
            <a:ext cx="3606800" cy="286067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A083020B-D4FB-4832-A179-A12C19793D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6144" y="2794959"/>
            <a:ext cx="4856441" cy="287774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E4C44237-91BD-4719-B8CD-6872D6B5F8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9233562" y="2578525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CFFD0E8B-3567-4411-BD34-4E23A53056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86544" y="6140304"/>
            <a:ext cx="4837555" cy="28707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2/4/20XX</a:t>
            </a:r>
            <a:endParaRPr lang="en-US" dirty="0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13E6DE9C-E7EB-437D-B94C-9A0FCBB91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1701" y="5672706"/>
            <a:ext cx="951908" cy="754673"/>
          </a:xfrm>
          <a:prstGeom prst="rect">
            <a:avLst/>
          </a:prstGeom>
        </p:spPr>
        <p:txBody>
          <a:bodyPr/>
          <a:lstStyle>
            <a:lvl1pPr algn="ctr">
              <a:defRPr sz="3600" b="1">
                <a:solidFill>
                  <a:schemeClr val="accent1"/>
                </a:solidFill>
              </a:defRPr>
            </a:lvl1pPr>
          </a:lstStyle>
          <a:p>
            <a:fld id="{42B7CBA4-B6F8-42AF-9F87-A3019C53748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32905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652EDCA6-1225-4B6A-A472-B6CA4F087E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794205" y="334928"/>
            <a:ext cx="5030049" cy="61881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itle 6">
            <a:extLst>
              <a:ext uri="{FF2B5EF4-FFF2-40B4-BE49-F238E27FC236}">
                <a16:creationId xmlns:a16="http://schemas.microsoft.com/office/drawing/2014/main" id="{8DB24CC9-9982-48F5-AC84-8BC7986473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04444" y="2402613"/>
            <a:ext cx="3282184" cy="3331867"/>
          </a:xfrm>
          <a:prstGeom prst="rect">
            <a:avLst/>
          </a:prstGeom>
        </p:spPr>
        <p:txBody>
          <a:bodyPr anchor="b">
            <a:normAutofit/>
          </a:bodyPr>
          <a:lstStyle/>
          <a:p>
            <a:pPr algn="l"/>
            <a:endParaRPr lang="en-US" sz="4000" dirty="0"/>
          </a:p>
        </p:txBody>
      </p:sp>
      <p:sp>
        <p:nvSpPr>
          <p:cNvPr id="14" name="Subtitle 7">
            <a:extLst>
              <a:ext uri="{FF2B5EF4-FFF2-40B4-BE49-F238E27FC236}">
                <a16:creationId xmlns:a16="http://schemas.microsoft.com/office/drawing/2014/main" id="{FC99F065-85FB-4119-8563-EBEBA19D89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04444" y="703687"/>
            <a:ext cx="3282183" cy="86638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algn="l"/>
            <a:endParaRPr lang="en-US" sz="1800" dirty="0"/>
          </a:p>
        </p:txBody>
      </p:sp>
      <p:sp>
        <p:nvSpPr>
          <p:cNvPr id="24" name="Picture Placeholder 22">
            <a:extLst>
              <a:ext uri="{FF2B5EF4-FFF2-40B4-BE49-F238E27FC236}">
                <a16:creationId xmlns:a16="http://schemas.microsoft.com/office/drawing/2014/main" id="{FF4E34A6-68BF-4D27-92C8-14198687EA1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426200" cy="68580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Insert photo here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6E17047-5589-496A-9175-01C0DBED9C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0748698" y="334928"/>
            <a:ext cx="0" cy="6188146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ED5E6EB-5885-4136-82DD-79A4C7BC7B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794205" y="1905000"/>
            <a:ext cx="3954493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7FFDBF2-9C31-41E2-AFC9-6F582160E6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794205" y="6047437"/>
            <a:ext cx="3954493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25029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47752C32-FE88-461A-A320-F0FF6450CA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67744" y="334928"/>
            <a:ext cx="11456511" cy="61881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itle 12">
            <a:extLst>
              <a:ext uri="{FF2B5EF4-FFF2-40B4-BE49-F238E27FC236}">
                <a16:creationId xmlns:a16="http://schemas.microsoft.com/office/drawing/2014/main" id="{4A9995F5-BBA7-47BE-B414-1E91F5CC69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45914"/>
            <a:ext cx="9527275" cy="1241944"/>
          </a:xfrm>
          <a:prstGeom prst="rect">
            <a:avLst/>
          </a:prstGeom>
        </p:spPr>
        <p:txBody>
          <a:bodyPr anchor="ctr"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2F6BC4-6132-432A-93A3-FC1CEC986E5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95350" y="2205038"/>
            <a:ext cx="9324975" cy="3551237"/>
          </a:xfrm>
          <a:prstGeom prst="rect">
            <a:avLst/>
          </a:prstGeom>
          <a:ln>
            <a:noFill/>
          </a:ln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0AD1A4E-FF33-4D87-BF0D-0DA82DE2B8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0748698" y="334928"/>
            <a:ext cx="0" cy="6188146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CB28AE0-B12D-46BB-8F35-EA3EAAC4A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73060" y="1905000"/>
            <a:ext cx="10375638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8852653-B024-4EEC-BEFB-852B6A60C5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73060" y="6047437"/>
            <a:ext cx="10375638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141E53DE-0FDA-443A-BF04-E586CAE9A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9233562" y="2578525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25" name="Date Placeholder 3">
            <a:extLst>
              <a:ext uri="{FF2B5EF4-FFF2-40B4-BE49-F238E27FC236}">
                <a16:creationId xmlns:a16="http://schemas.microsoft.com/office/drawing/2014/main" id="{2E6870CF-EB0F-47B3-B772-2F41E7F99DB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2" y="6140304"/>
            <a:ext cx="3154896" cy="28707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2/4/20XX</a:t>
            </a:r>
            <a:endParaRPr lang="en-US" dirty="0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3F934B96-6828-4DE6-80D3-EDDDEE554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1701" y="5672706"/>
            <a:ext cx="951908" cy="754673"/>
          </a:xfrm>
          <a:prstGeom prst="rect">
            <a:avLst/>
          </a:prstGeom>
        </p:spPr>
        <p:txBody>
          <a:bodyPr/>
          <a:lstStyle>
            <a:lvl1pPr algn="ctr">
              <a:defRPr sz="3600" b="1">
                <a:solidFill>
                  <a:schemeClr val="accent1"/>
                </a:solidFill>
              </a:defRPr>
            </a:lvl1pPr>
          </a:lstStyle>
          <a:p>
            <a:fld id="{42B7CBA4-B6F8-42AF-9F87-A3019C53748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5358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2">
            <a:extLst>
              <a:ext uri="{FF2B5EF4-FFF2-40B4-BE49-F238E27FC236}">
                <a16:creationId xmlns:a16="http://schemas.microsoft.com/office/drawing/2014/main" id="{11C5B995-EBCD-4B5D-955D-DAE03BEF9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45914"/>
            <a:ext cx="9527275" cy="1241944"/>
          </a:xfrm>
          <a:prstGeom prst="rect">
            <a:avLst/>
          </a:prstGeom>
        </p:spPr>
        <p:txBody>
          <a:bodyPr anchor="ctr"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3B95B-B1F7-4600-8D22-AD7A00C4ADD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20788" y="2322513"/>
            <a:ext cx="8662987" cy="330993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EDAD992-CC5C-43EA-8C97-C2036BFDD0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67744" y="334928"/>
            <a:ext cx="11456511" cy="61881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74C5C62-3452-49AD-97D2-1EE2273CBC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0748698" y="334928"/>
            <a:ext cx="0" cy="6188146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D0B5122-602C-4BB8-BD04-40CC2A3138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73060" y="1905000"/>
            <a:ext cx="10375638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51F98C5-DCA3-4AAC-8C7E-58B638FED7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73060" y="6047437"/>
            <a:ext cx="10375638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44670FE8-87E8-4FE2-B437-4F3954E96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9233562" y="2578525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687079D-53C7-4BBC-A843-6315E4C7699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2" y="6140304"/>
            <a:ext cx="3154896" cy="28707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2/4/20XX</a:t>
            </a:r>
            <a:endParaRPr lang="en-US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2924DBA1-0E30-4F9F-9F9A-82AED5465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1701" y="5672706"/>
            <a:ext cx="951908" cy="754673"/>
          </a:xfrm>
          <a:prstGeom prst="rect">
            <a:avLst/>
          </a:prstGeom>
        </p:spPr>
        <p:txBody>
          <a:bodyPr/>
          <a:lstStyle>
            <a:lvl1pPr algn="ctr">
              <a:defRPr sz="3600" b="1">
                <a:solidFill>
                  <a:schemeClr val="accent1"/>
                </a:solidFill>
              </a:defRPr>
            </a:lvl1pPr>
          </a:lstStyle>
          <a:p>
            <a:fld id="{42B7CBA4-B6F8-42AF-9F87-A3019C53748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25990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D743B0E5-41F6-44A3-8E2A-28BC3ED8DD1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34B22C98-8755-4B60-9158-1AFC81BF0F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80671" y="723672"/>
            <a:ext cx="2915296" cy="388466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pPr algn="l"/>
            <a:endParaRPr lang="en-US" sz="4000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CF9F40-31A0-4D50-B709-3BDA4586389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580313" y="5005388"/>
            <a:ext cx="3609975" cy="8509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8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  <a:lvl2pPr marL="457200" indent="0">
              <a:buNone/>
              <a:defRPr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2pPr>
            <a:lvl3pPr marL="914400" indent="0">
              <a:buNone/>
              <a:defRPr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3pPr>
            <a:lvl4pPr marL="1371600" indent="0">
              <a:buNone/>
              <a:defRPr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4pPr>
            <a:lvl5pPr marL="1828800" indent="0">
              <a:buNone/>
              <a:defRPr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15" name="Date Placeholder 3">
            <a:extLst>
              <a:ext uri="{FF2B5EF4-FFF2-40B4-BE49-F238E27FC236}">
                <a16:creationId xmlns:a16="http://schemas.microsoft.com/office/drawing/2014/main" id="{440AD8D6-0F07-4B79-B048-610E30571A87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580670" y="6112465"/>
            <a:ext cx="3009660" cy="314914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en-US"/>
              <a:t>2/4/20XX</a:t>
            </a:r>
            <a:endParaRPr lang="en-US" dirty="0"/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EA2E68FD-8458-4B08-AD7F-9BF9B1EF2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9233562" y="2578525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9643E7FC-72BA-4410-BEEB-6E6C1A04092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821701" y="5672706"/>
            <a:ext cx="951908" cy="754673"/>
          </a:xfrm>
          <a:prstGeom prst="rect">
            <a:avLst/>
          </a:prstGeom>
        </p:spPr>
        <p:txBody>
          <a:bodyPr/>
          <a:lstStyle>
            <a:lvl1pPr algn="ctr">
              <a:defRPr sz="36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fld id="{42B7CBA4-B6F8-42AF-9F87-A3019C53748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57682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C3D8125C-8233-4C72-8983-CC6990AA5B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70402" y="334926"/>
            <a:ext cx="10380953" cy="417787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2">
            <a:extLst>
              <a:ext uri="{FF2B5EF4-FFF2-40B4-BE49-F238E27FC236}">
                <a16:creationId xmlns:a16="http://schemas.microsoft.com/office/drawing/2014/main" id="{CA81BCE9-F7ED-4154-818A-7F6992159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4801017"/>
            <a:ext cx="9428265" cy="104656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96E1EF7-8C88-414A-8D08-EAFDCD96F1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5963" y="733425"/>
            <a:ext cx="9672637" cy="3462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FB3EF423-89DD-47EF-9342-BC2A8CBF27B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2" y="6140304"/>
            <a:ext cx="3154896" cy="28707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2/4/20XX</a:t>
            </a:r>
            <a:endParaRPr lang="en-US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188177DA-D5BB-4C3D-A00E-3C5A7764E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9233562" y="2578525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24" name="Slide Number Placeholder 5">
            <a:extLst>
              <a:ext uri="{FF2B5EF4-FFF2-40B4-BE49-F238E27FC236}">
                <a16:creationId xmlns:a16="http://schemas.microsoft.com/office/drawing/2014/main" id="{3C4F7893-0371-48EA-AB08-2B24C9C5F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1701" y="5672706"/>
            <a:ext cx="951908" cy="754673"/>
          </a:xfrm>
          <a:prstGeom prst="rect">
            <a:avLst/>
          </a:prstGeom>
        </p:spPr>
        <p:txBody>
          <a:bodyPr/>
          <a:lstStyle>
            <a:lvl1pPr algn="ctr">
              <a:defRPr sz="3600" b="1">
                <a:solidFill>
                  <a:schemeClr val="accent1"/>
                </a:solidFill>
              </a:defRPr>
            </a:lvl1pPr>
          </a:lstStyle>
          <a:p>
            <a:fld id="{42B7CBA4-B6F8-42AF-9F87-A3019C53748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6F0C034-6B76-4E63-BF15-7D8B798FD3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67744" y="334926"/>
            <a:ext cx="11456511" cy="6188148"/>
            <a:chOff x="367744" y="334926"/>
            <a:chExt cx="11456511" cy="618814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8CFBFD4-AE67-4CC7-B3B9-1A908309B2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748698" y="334926"/>
              <a:ext cx="0" cy="6188148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9AC58E-84E8-4925-911F-6477705304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3060" y="4495800"/>
              <a:ext cx="10375638" cy="0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0E585EE-2D3B-48F9-B374-A83E2C55A1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3060" y="6047437"/>
              <a:ext cx="10375638" cy="0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A8C1EDD-013F-4E61-AE1E-A91C9132BA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367744" y="334926"/>
              <a:ext cx="11456511" cy="618814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9792077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C3D8125C-8233-4C72-8983-CC6990AA5B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70402" y="334926"/>
            <a:ext cx="10380953" cy="417787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2">
            <a:extLst>
              <a:ext uri="{FF2B5EF4-FFF2-40B4-BE49-F238E27FC236}">
                <a16:creationId xmlns:a16="http://schemas.microsoft.com/office/drawing/2014/main" id="{CA81BCE9-F7ED-4154-818A-7F6992159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4801017"/>
            <a:ext cx="9428265" cy="104656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 lang="en-US" dirty="0"/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FB3EF423-89DD-47EF-9342-BC2A8CBF27B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2" y="6140304"/>
            <a:ext cx="3154896" cy="28707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2/4/20XX</a:t>
            </a:r>
            <a:endParaRPr lang="en-US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188177DA-D5BB-4C3D-A00E-3C5A7764E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9233562" y="2578525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24" name="Slide Number Placeholder 5">
            <a:extLst>
              <a:ext uri="{FF2B5EF4-FFF2-40B4-BE49-F238E27FC236}">
                <a16:creationId xmlns:a16="http://schemas.microsoft.com/office/drawing/2014/main" id="{3C4F7893-0371-48EA-AB08-2B24C9C5F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1701" y="5672706"/>
            <a:ext cx="951908" cy="754673"/>
          </a:xfrm>
          <a:prstGeom prst="rect">
            <a:avLst/>
          </a:prstGeom>
        </p:spPr>
        <p:txBody>
          <a:bodyPr/>
          <a:lstStyle>
            <a:lvl1pPr algn="ctr">
              <a:defRPr sz="3600" b="1">
                <a:solidFill>
                  <a:schemeClr val="accent1"/>
                </a:solidFill>
              </a:defRPr>
            </a:lvl1pPr>
          </a:lstStyle>
          <a:p>
            <a:fld id="{42B7CBA4-B6F8-42AF-9F87-A3019C53748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6F0C034-6B76-4E63-BF15-7D8B798FD3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67744" y="334926"/>
            <a:ext cx="11456511" cy="6188148"/>
            <a:chOff x="367744" y="334926"/>
            <a:chExt cx="11456511" cy="618814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8CFBFD4-AE67-4CC7-B3B9-1A908309B2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748698" y="334926"/>
              <a:ext cx="0" cy="6188148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9AC58E-84E8-4925-911F-6477705304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3060" y="4495800"/>
              <a:ext cx="10375638" cy="0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0E585EE-2D3B-48F9-B374-A83E2C55A1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3060" y="6047437"/>
              <a:ext cx="10375638" cy="0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A8C1EDD-013F-4E61-AE1E-A91C9132BA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367744" y="334926"/>
              <a:ext cx="11456511" cy="618814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938C44DD-74B1-4AE9-B569-F63E2FEE9DA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14307" y="3203709"/>
            <a:ext cx="1920240" cy="274320"/>
          </a:xfrm>
          <a:prstGeom prst="rect">
            <a:avLst/>
          </a:prstGeom>
        </p:spPr>
        <p:txBody>
          <a:bodyPr t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spc="20" baseline="0">
                <a:solidFill>
                  <a:schemeClr val="accent3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0D24641D-27EE-4D95-AD1E-BDFB5EEC5CD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14307" y="3477978"/>
            <a:ext cx="1920240" cy="274320"/>
          </a:xfrm>
          <a:prstGeom prst="rect">
            <a:avLst/>
          </a:prstGeom>
        </p:spPr>
        <p:txBody>
          <a:bodyPr t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1" name="Picture Placeholder 2">
            <a:extLst>
              <a:ext uri="{FF2B5EF4-FFF2-40B4-BE49-F238E27FC236}">
                <a16:creationId xmlns:a16="http://schemas.microsoft.com/office/drawing/2014/main" id="{A7B09AC0-8D4B-4493-83A5-9DB293447F4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214307" y="1150281"/>
            <a:ext cx="1920240" cy="192024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2" name="Picture Placeholder 2">
            <a:extLst>
              <a:ext uri="{FF2B5EF4-FFF2-40B4-BE49-F238E27FC236}">
                <a16:creationId xmlns:a16="http://schemas.microsoft.com/office/drawing/2014/main" id="{C630C593-1E71-40BF-AA71-DFBE6064863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467147" y="1151688"/>
            <a:ext cx="1920240" cy="192024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3" name="Picture Placeholder 2">
            <a:extLst>
              <a:ext uri="{FF2B5EF4-FFF2-40B4-BE49-F238E27FC236}">
                <a16:creationId xmlns:a16="http://schemas.microsoft.com/office/drawing/2014/main" id="{2E684EF2-E9E7-44F1-922E-CD8D8B600D20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5718581" y="1151688"/>
            <a:ext cx="1920240" cy="192024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4" name="Picture Placeholder 2">
            <a:extLst>
              <a:ext uri="{FF2B5EF4-FFF2-40B4-BE49-F238E27FC236}">
                <a16:creationId xmlns:a16="http://schemas.microsoft.com/office/drawing/2014/main" id="{C1252664-31E5-43E4-BF6F-51E72AC485C6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7968607" y="1151688"/>
            <a:ext cx="1920240" cy="192024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1A049E15-2ACB-4446-AF06-7D15025ABD2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467147" y="3203709"/>
            <a:ext cx="1920240" cy="274320"/>
          </a:xfrm>
          <a:prstGeom prst="rect">
            <a:avLst/>
          </a:prstGeom>
        </p:spPr>
        <p:txBody>
          <a:bodyPr t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spc="20" baseline="0">
                <a:solidFill>
                  <a:schemeClr val="accent3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42322A6D-9B1B-4507-BECE-EE0FBB426FB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67147" y="3477978"/>
            <a:ext cx="1920240" cy="274320"/>
          </a:xfrm>
          <a:prstGeom prst="rect">
            <a:avLst/>
          </a:prstGeom>
        </p:spPr>
        <p:txBody>
          <a:bodyPr t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0" name="Text Placeholder 4">
            <a:extLst>
              <a:ext uri="{FF2B5EF4-FFF2-40B4-BE49-F238E27FC236}">
                <a16:creationId xmlns:a16="http://schemas.microsoft.com/office/drawing/2014/main" id="{04DAAA6C-C8F0-4566-A3AA-7F12C4B0D9A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716107" y="3203709"/>
            <a:ext cx="1920240" cy="274320"/>
          </a:xfrm>
          <a:prstGeom prst="rect">
            <a:avLst/>
          </a:prstGeom>
        </p:spPr>
        <p:txBody>
          <a:bodyPr t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spc="20" baseline="0">
                <a:solidFill>
                  <a:schemeClr val="accent3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41" name="Text Placeholder 6">
            <a:extLst>
              <a:ext uri="{FF2B5EF4-FFF2-40B4-BE49-F238E27FC236}">
                <a16:creationId xmlns:a16="http://schemas.microsoft.com/office/drawing/2014/main" id="{174EE17C-EC9D-4F9D-A19C-90E2C7677AA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716107" y="3477978"/>
            <a:ext cx="1920240" cy="274320"/>
          </a:xfrm>
          <a:prstGeom prst="rect">
            <a:avLst/>
          </a:prstGeom>
        </p:spPr>
        <p:txBody>
          <a:bodyPr t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8F10BB8F-90AC-479D-AB84-4D2A4091078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965067" y="3203709"/>
            <a:ext cx="1920240" cy="274320"/>
          </a:xfrm>
          <a:prstGeom prst="rect">
            <a:avLst/>
          </a:prstGeom>
        </p:spPr>
        <p:txBody>
          <a:bodyPr t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spc="20" baseline="0">
                <a:solidFill>
                  <a:schemeClr val="accent3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43" name="Text Placeholder 6">
            <a:extLst>
              <a:ext uri="{FF2B5EF4-FFF2-40B4-BE49-F238E27FC236}">
                <a16:creationId xmlns:a16="http://schemas.microsoft.com/office/drawing/2014/main" id="{E69E59F9-8F92-45C9-BE95-9C54639A401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965067" y="3477978"/>
            <a:ext cx="1920240" cy="274320"/>
          </a:xfrm>
          <a:prstGeom prst="rect">
            <a:avLst/>
          </a:prstGeom>
        </p:spPr>
        <p:txBody>
          <a:bodyPr t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2617701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12F9CAA-C420-4606-BBA7-1BE8339722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70402" y="334926"/>
            <a:ext cx="10380953" cy="417787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itle 12">
            <a:extLst>
              <a:ext uri="{FF2B5EF4-FFF2-40B4-BE49-F238E27FC236}">
                <a16:creationId xmlns:a16="http://schemas.microsoft.com/office/drawing/2014/main" id="{89EE4F50-D5FE-416E-B106-44F39D7862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4801017"/>
            <a:ext cx="9428265" cy="104656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9692629-8B3C-4FAB-A215-77BDB1CE4D7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6888" y="460375"/>
            <a:ext cx="10090150" cy="39401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0EAF6142-D387-45DC-8E2F-1DDAC59E9A2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2" y="6140304"/>
            <a:ext cx="3154896" cy="28707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2/4/20XX</a:t>
            </a:r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C7FDBF4E-7657-4C05-A651-DBD2110E8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9233562" y="2578525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61DB533C-F081-41F7-9ACC-CFCE4E1CF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1701" y="5672706"/>
            <a:ext cx="951908" cy="754673"/>
          </a:xfrm>
          <a:prstGeom prst="rect">
            <a:avLst/>
          </a:prstGeom>
        </p:spPr>
        <p:txBody>
          <a:bodyPr/>
          <a:lstStyle>
            <a:lvl1pPr algn="ctr">
              <a:defRPr sz="3600" b="1">
                <a:solidFill>
                  <a:schemeClr val="accent1"/>
                </a:solidFill>
              </a:defRPr>
            </a:lvl1pPr>
          </a:lstStyle>
          <a:p>
            <a:fld id="{42B7CBA4-B6F8-42AF-9F87-A3019C53748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A269444-8A15-411E-9D42-E9952E708B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67744" y="334926"/>
            <a:ext cx="11456511" cy="6188148"/>
            <a:chOff x="367744" y="334926"/>
            <a:chExt cx="11456511" cy="6188148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A5C7F65-513A-4257-8E7F-AA1C4637C62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748698" y="334926"/>
              <a:ext cx="0" cy="6188148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542BE5B-42CB-4DBC-B47A-568412D40FD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3060" y="4495800"/>
              <a:ext cx="10375638" cy="0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FCAD020-0AF5-4E6F-B239-EF4788C3A43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3060" y="6047437"/>
              <a:ext cx="10375638" cy="0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9BD3DBBA-B457-4F8F-B535-F4BBD869123A}"/>
                </a:ext>
              </a:extLst>
            </p:cNvPr>
            <p:cNvSpPr/>
            <p:nvPr userDrawn="1"/>
          </p:nvSpPr>
          <p:spPr>
            <a:xfrm>
              <a:off x="367744" y="334926"/>
              <a:ext cx="11456511" cy="618814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8027658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3D1E4486-AF4A-46B2-83B0-62A766746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67744" y="334926"/>
            <a:ext cx="11456511" cy="6188148"/>
            <a:chOff x="367744" y="334926"/>
            <a:chExt cx="11456511" cy="618814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30B7F1F-E36C-42A8-B580-77359A3E0215}"/>
                </a:ext>
              </a:extLst>
            </p:cNvPr>
            <p:cNvSpPr/>
            <p:nvPr userDrawn="1"/>
          </p:nvSpPr>
          <p:spPr>
            <a:xfrm>
              <a:off x="367744" y="334926"/>
              <a:ext cx="11456511" cy="618814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DAF7B0A2-F12F-43A8-A491-2988C24D6C4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748698" y="334926"/>
              <a:ext cx="0" cy="6188148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017A5F0-B72D-4B0B-818C-7169D4E7E06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3060" y="6047437"/>
              <a:ext cx="10375638" cy="0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itle 12">
            <a:extLst>
              <a:ext uri="{FF2B5EF4-FFF2-40B4-BE49-F238E27FC236}">
                <a16:creationId xmlns:a16="http://schemas.microsoft.com/office/drawing/2014/main" id="{6F266F4A-AFE2-4AD8-9F2B-0010CE683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513" y="586798"/>
            <a:ext cx="9396733" cy="1086646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 lang="en-US" dirty="0"/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F18991D3-A38E-4DE7-9D6E-53AA120BE6D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7513" y="1673444"/>
            <a:ext cx="4565283" cy="66548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1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1E584473-A091-47EA-978E-81E176D38A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2338927"/>
            <a:ext cx="4565283" cy="3492908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Insert text here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8EBC4CA9-77BB-4FA9-BB50-D2763CFB285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668963" y="1673444"/>
            <a:ext cx="4565283" cy="66548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1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718600FE-3F5C-4372-8219-73FADB4F8D4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68963" y="2338927"/>
            <a:ext cx="4565283" cy="3492908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Insert text here</a:t>
            </a:r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62401C58-8FCE-46CB-B066-10B0DA1C467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2" y="6140304"/>
            <a:ext cx="3154896" cy="28707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2/4/20XX</a:t>
            </a:r>
            <a:endParaRPr lang="en-US" dirty="0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602DDEA9-C768-4298-B08D-D1218FE52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9233562" y="2578525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24" name="Slide Number Placeholder 5">
            <a:extLst>
              <a:ext uri="{FF2B5EF4-FFF2-40B4-BE49-F238E27FC236}">
                <a16:creationId xmlns:a16="http://schemas.microsoft.com/office/drawing/2014/main" id="{1DA43427-AFA2-4B7D-A54C-E03A0BA37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1701" y="5672706"/>
            <a:ext cx="951908" cy="754673"/>
          </a:xfrm>
          <a:prstGeom prst="rect">
            <a:avLst/>
          </a:prstGeom>
        </p:spPr>
        <p:txBody>
          <a:bodyPr/>
          <a:lstStyle>
            <a:lvl1pPr algn="ctr">
              <a:defRPr sz="3600" b="1">
                <a:solidFill>
                  <a:schemeClr val="accent1"/>
                </a:solidFill>
              </a:defRPr>
            </a:lvl1pPr>
          </a:lstStyle>
          <a:p>
            <a:fld id="{42B7CBA4-B6F8-42AF-9F87-A3019C53748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97137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323F7B1-8621-4972-90BA-E1D3CBD539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67744" y="334926"/>
            <a:ext cx="11456511" cy="6188148"/>
            <a:chOff x="367744" y="334926"/>
            <a:chExt cx="11456511" cy="6188148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05F331E-308E-451C-B664-73BF7A36A203}"/>
                </a:ext>
              </a:extLst>
            </p:cNvPr>
            <p:cNvSpPr/>
            <p:nvPr userDrawn="1"/>
          </p:nvSpPr>
          <p:spPr>
            <a:xfrm>
              <a:off x="367744" y="334926"/>
              <a:ext cx="11456511" cy="618814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6B36C61-E01F-44B7-B0C3-CB2BC8ADB13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748698" y="334926"/>
              <a:ext cx="0" cy="6188148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4769112-D976-4C6E-8646-EBDF6B78DE0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3060" y="6047437"/>
              <a:ext cx="10375638" cy="0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itle 12">
            <a:extLst>
              <a:ext uri="{FF2B5EF4-FFF2-40B4-BE49-F238E27FC236}">
                <a16:creationId xmlns:a16="http://schemas.microsoft.com/office/drawing/2014/main" id="{6B285AB8-12B9-456E-BA41-8B057CBC4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513" y="586798"/>
            <a:ext cx="9396733" cy="1086646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 lang="en-US" dirty="0"/>
          </a:p>
        </p:txBody>
      </p:sp>
      <p:sp>
        <p:nvSpPr>
          <p:cNvPr id="16" name="Text Placeholder 17">
            <a:extLst>
              <a:ext uri="{FF2B5EF4-FFF2-40B4-BE49-F238E27FC236}">
                <a16:creationId xmlns:a16="http://schemas.microsoft.com/office/drawing/2014/main" id="{872D83E0-1B93-44D5-976E-7D1B46C96B6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7514" y="1673444"/>
            <a:ext cx="2945347" cy="66548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1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14" name="Text Placeholder 17">
            <a:extLst>
              <a:ext uri="{FF2B5EF4-FFF2-40B4-BE49-F238E27FC236}">
                <a16:creationId xmlns:a16="http://schemas.microsoft.com/office/drawing/2014/main" id="{2F8FFEEA-5D57-4A4C-BF63-C62C800CA9D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1" y="2338927"/>
            <a:ext cx="2945347" cy="348275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Insert text here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E9B03C0E-E576-41B6-A38A-82B804FACDA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85548" y="1673444"/>
            <a:ext cx="2945347" cy="66548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1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7B7BF407-144F-4F64-89C3-B5CC5A9F717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85548" y="2338927"/>
            <a:ext cx="2945347" cy="348275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Insert text here</a:t>
            </a:r>
          </a:p>
        </p:txBody>
      </p:sp>
      <p:sp>
        <p:nvSpPr>
          <p:cNvPr id="17" name="Text Placeholder 17">
            <a:extLst>
              <a:ext uri="{FF2B5EF4-FFF2-40B4-BE49-F238E27FC236}">
                <a16:creationId xmlns:a16="http://schemas.microsoft.com/office/drawing/2014/main" id="{F49B4A4A-2722-459F-920C-47CB37E2439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288898" y="1673444"/>
            <a:ext cx="2945347" cy="66548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1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15" name="Text Placeholder 17">
            <a:extLst>
              <a:ext uri="{FF2B5EF4-FFF2-40B4-BE49-F238E27FC236}">
                <a16:creationId xmlns:a16="http://schemas.microsoft.com/office/drawing/2014/main" id="{5440939F-0AAD-4F0F-8E02-8592DE0C89E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288898" y="2338927"/>
            <a:ext cx="2945347" cy="348275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Insert text here</a:t>
            </a:r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BAA501D7-69AE-49DC-A217-0123FAA674F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2" y="6140304"/>
            <a:ext cx="3154896" cy="28707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2/4/20XX</a:t>
            </a:r>
            <a:endParaRPr lang="en-US" dirty="0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37811903-8557-4F5D-8A8E-1A6E0CBB3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9233562" y="2578525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24" name="Slide Number Placeholder 5">
            <a:extLst>
              <a:ext uri="{FF2B5EF4-FFF2-40B4-BE49-F238E27FC236}">
                <a16:creationId xmlns:a16="http://schemas.microsoft.com/office/drawing/2014/main" id="{E26503DC-62EE-46B1-8E5A-D78192229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1701" y="5672706"/>
            <a:ext cx="951908" cy="754673"/>
          </a:xfrm>
          <a:prstGeom prst="rect">
            <a:avLst/>
          </a:prstGeom>
        </p:spPr>
        <p:txBody>
          <a:bodyPr/>
          <a:lstStyle>
            <a:lvl1pPr algn="ctr">
              <a:defRPr sz="3600" b="1">
                <a:solidFill>
                  <a:schemeClr val="accent1"/>
                </a:solidFill>
              </a:defRPr>
            </a:lvl1pPr>
          </a:lstStyle>
          <a:p>
            <a:fld id="{42B7CBA4-B6F8-42AF-9F87-A3019C53748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26357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EF066D9-0AAC-476B-AECA-F8AEFDD4FA3D}"/>
              </a:ext>
            </a:extLst>
          </p:cNvPr>
          <p:cNvGrpSpPr/>
          <p:nvPr userDrawn="1"/>
        </p:nvGrpSpPr>
        <p:grpSpPr>
          <a:xfrm>
            <a:off x="364465" y="342081"/>
            <a:ext cx="11475720" cy="6172200"/>
            <a:chOff x="364465" y="342081"/>
            <a:chExt cx="11475720" cy="6172200"/>
          </a:xfrm>
        </p:grpSpPr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F89868B-56F4-4428-8FD0-073D979750C7}"/>
                </a:ext>
              </a:extLst>
            </p:cNvPr>
            <p:cNvCxnSpPr>
              <a:cxnSpLocks/>
            </p:cNvCxnSpPr>
            <p:nvPr/>
          </p:nvCxnSpPr>
          <p:spPr>
            <a:xfrm>
              <a:off x="10729453" y="1859489"/>
              <a:ext cx="0" cy="4645152"/>
            </a:xfrm>
            <a:prstGeom prst="line">
              <a:avLst/>
            </a:prstGeom>
            <a:ln w="1270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97882068-C475-4CB3-A008-E1B1D582EB9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66143" y="4022270"/>
              <a:ext cx="10360152" cy="0"/>
            </a:xfrm>
            <a:prstGeom prst="line">
              <a:avLst/>
            </a:prstGeom>
            <a:ln w="1270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29FC58EB-F6E4-401F-A771-C7803A65D79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67744" y="6047437"/>
              <a:ext cx="10360152" cy="0"/>
            </a:xfrm>
            <a:prstGeom prst="line">
              <a:avLst/>
            </a:prstGeom>
            <a:ln w="1270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5327AA4E-B0CA-46D8-8FD5-C6C34C78D9E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826673" y="342081"/>
              <a:ext cx="0" cy="6172200"/>
            </a:xfrm>
            <a:prstGeom prst="line">
              <a:avLst/>
            </a:prstGeom>
            <a:ln w="1270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25B44F7-BFAC-413C-ADD6-01A5A927FBF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0874" y="1860547"/>
              <a:ext cx="0" cy="4645152"/>
            </a:xfrm>
            <a:prstGeom prst="line">
              <a:avLst/>
            </a:prstGeom>
            <a:ln w="1270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E95B8717-7E7C-44E7-93EE-5174571BF6B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64465" y="6505985"/>
              <a:ext cx="11475720" cy="0"/>
            </a:xfrm>
            <a:prstGeom prst="line">
              <a:avLst/>
            </a:prstGeom>
            <a:ln w="1270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3304DAC8-F689-449D-B404-12C8518BB63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736211" y="349767"/>
              <a:ext cx="1097280" cy="0"/>
            </a:xfrm>
            <a:prstGeom prst="line">
              <a:avLst/>
            </a:prstGeom>
            <a:ln w="1270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itle 1">
            <a:extLst>
              <a:ext uri="{FF2B5EF4-FFF2-40B4-BE49-F238E27FC236}">
                <a16:creationId xmlns:a16="http://schemas.microsoft.com/office/drawing/2014/main" id="{C4A0AFAA-4873-422A-8D5D-23FB028AD0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27963" y="2517060"/>
            <a:ext cx="8145533" cy="102079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B64B8CE5-73B7-4D80-97DE-738F4887D86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027961" y="4269546"/>
            <a:ext cx="9106631" cy="140315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 dirty="0"/>
              <a:t>Click to add text</a:t>
            </a:r>
          </a:p>
        </p:txBody>
      </p:sp>
      <p:sp>
        <p:nvSpPr>
          <p:cNvPr id="32" name="Picture Placeholder 26">
            <a:extLst>
              <a:ext uri="{FF2B5EF4-FFF2-40B4-BE49-F238E27FC236}">
                <a16:creationId xmlns:a16="http://schemas.microsoft.com/office/drawing/2014/main" id="{18533858-AA61-4B4F-8E57-7E9DDD95993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81383" y="365108"/>
            <a:ext cx="2569503" cy="1519237"/>
          </a:xfrm>
          <a:prstGeom prst="rect">
            <a:avLst/>
          </a:prstGeom>
          <a:ln w="12700">
            <a:solidFill>
              <a:schemeClr val="accent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3" name="Picture Placeholder 26">
            <a:extLst>
              <a:ext uri="{FF2B5EF4-FFF2-40B4-BE49-F238E27FC236}">
                <a16:creationId xmlns:a16="http://schemas.microsoft.com/office/drawing/2014/main" id="{6C7B3E6F-3475-48B1-8728-1D528E7B3DC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951977" y="365108"/>
            <a:ext cx="2587752" cy="1519237"/>
          </a:xfrm>
          <a:prstGeom prst="rect">
            <a:avLst/>
          </a:prstGeom>
          <a:ln w="12700">
            <a:solidFill>
              <a:schemeClr val="accent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4" name="Picture Placeholder 26">
            <a:extLst>
              <a:ext uri="{FF2B5EF4-FFF2-40B4-BE49-F238E27FC236}">
                <a16:creationId xmlns:a16="http://schemas.microsoft.com/office/drawing/2014/main" id="{E3FB5A0C-ED24-40B7-A0FA-D72CAC3619B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540820" y="365108"/>
            <a:ext cx="2587752" cy="1519237"/>
          </a:xfrm>
          <a:prstGeom prst="rect">
            <a:avLst/>
          </a:prstGeom>
          <a:ln w="12700">
            <a:solidFill>
              <a:schemeClr val="accent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5" name="Picture Placeholder 26">
            <a:extLst>
              <a:ext uri="{FF2B5EF4-FFF2-40B4-BE49-F238E27FC236}">
                <a16:creationId xmlns:a16="http://schemas.microsoft.com/office/drawing/2014/main" id="{1E03428C-657C-4990-9B0A-537F34DCC4A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134743" y="365108"/>
            <a:ext cx="2587752" cy="1519237"/>
          </a:xfrm>
          <a:prstGeom prst="rect">
            <a:avLst/>
          </a:prstGeom>
          <a:ln w="12700">
            <a:solidFill>
              <a:schemeClr val="accent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6" name="Date Placeholder 3">
            <a:extLst>
              <a:ext uri="{FF2B5EF4-FFF2-40B4-BE49-F238E27FC236}">
                <a16:creationId xmlns:a16="http://schemas.microsoft.com/office/drawing/2014/main" id="{92C60622-44CB-4522-A948-D2B00F83FC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2" y="6140304"/>
            <a:ext cx="3154896" cy="28707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2/4/20XX</a:t>
            </a:r>
            <a:endParaRPr lang="en-US" dirty="0"/>
          </a:p>
        </p:txBody>
      </p:sp>
      <p:sp>
        <p:nvSpPr>
          <p:cNvPr id="37" name="Footer Placeholder 4">
            <a:extLst>
              <a:ext uri="{FF2B5EF4-FFF2-40B4-BE49-F238E27FC236}">
                <a16:creationId xmlns:a16="http://schemas.microsoft.com/office/drawing/2014/main" id="{056E0E57-BD37-4F56-AEF6-B7956B399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9233562" y="2578525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8" name="Slide Number Placeholder 5">
            <a:extLst>
              <a:ext uri="{FF2B5EF4-FFF2-40B4-BE49-F238E27FC236}">
                <a16:creationId xmlns:a16="http://schemas.microsoft.com/office/drawing/2014/main" id="{96A79B20-C91C-41BD-8ABD-2D12C47156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1701" y="5672706"/>
            <a:ext cx="951908" cy="754673"/>
          </a:xfrm>
          <a:prstGeom prst="rect">
            <a:avLst/>
          </a:prstGeom>
        </p:spPr>
        <p:txBody>
          <a:bodyPr/>
          <a:lstStyle>
            <a:lvl1pPr algn="ctr">
              <a:defRPr sz="3600" b="1">
                <a:solidFill>
                  <a:schemeClr val="accent1"/>
                </a:solidFill>
              </a:defRPr>
            </a:lvl1pPr>
          </a:lstStyle>
          <a:p>
            <a:fld id="{42B7CBA4-B6F8-42AF-9F87-A3019C53748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676127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6">
            <a:extLst>
              <a:ext uri="{FF2B5EF4-FFF2-40B4-BE49-F238E27FC236}">
                <a16:creationId xmlns:a16="http://schemas.microsoft.com/office/drawing/2014/main" id="{6FACCE45-9816-4734-BD53-3B7A62FE35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1024" y="860615"/>
            <a:ext cx="4973746" cy="3426107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/>
            <a:endParaRPr lang="en-US" dirty="0"/>
          </a:p>
        </p:txBody>
      </p:sp>
      <p:sp>
        <p:nvSpPr>
          <p:cNvPr id="29" name="Subtitle 7">
            <a:extLst>
              <a:ext uri="{FF2B5EF4-FFF2-40B4-BE49-F238E27FC236}">
                <a16:creationId xmlns:a16="http://schemas.microsoft.com/office/drawing/2014/main" id="{5F050653-22DB-4791-BC82-02B651E157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6826" y="5184479"/>
            <a:ext cx="5249174" cy="660166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algn="l"/>
            <a:endParaRPr lang="en-US" dirty="0"/>
          </a:p>
        </p:txBody>
      </p:sp>
      <p:sp>
        <p:nvSpPr>
          <p:cNvPr id="46" name="Date Placeholder 3">
            <a:extLst>
              <a:ext uri="{FF2B5EF4-FFF2-40B4-BE49-F238E27FC236}">
                <a16:creationId xmlns:a16="http://schemas.microsoft.com/office/drawing/2014/main" id="{441B8286-E628-4937-98A6-32B7EBE2EDD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2" y="6140304"/>
            <a:ext cx="3154896" cy="28707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2/4/20XX</a:t>
            </a:r>
            <a:endParaRPr lang="en-US" dirty="0"/>
          </a:p>
        </p:txBody>
      </p:sp>
      <p:sp>
        <p:nvSpPr>
          <p:cNvPr id="49" name="Picture Placeholder 2">
            <a:extLst>
              <a:ext uri="{FF2B5EF4-FFF2-40B4-BE49-F238E27FC236}">
                <a16:creationId xmlns:a16="http://schemas.microsoft.com/office/drawing/2014/main" id="{78DAE39C-33DD-4A38-8F45-AB2CC50F44C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440805" y="346969"/>
            <a:ext cx="4308475" cy="5669280"/>
          </a:xfrm>
          <a:prstGeom prst="rect">
            <a:avLst/>
          </a:prstGeom>
          <a:ln w="12700" cap="sq">
            <a:noFill/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47" name="Footer Placeholder 4">
            <a:extLst>
              <a:ext uri="{FF2B5EF4-FFF2-40B4-BE49-F238E27FC236}">
                <a16:creationId xmlns:a16="http://schemas.microsoft.com/office/drawing/2014/main" id="{1EDC302D-C2BF-420E-832E-00ADFC0F5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9233562" y="2578525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100" spc="30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8" name="Slide Number Placeholder 5">
            <a:extLst>
              <a:ext uri="{FF2B5EF4-FFF2-40B4-BE49-F238E27FC236}">
                <a16:creationId xmlns:a16="http://schemas.microsoft.com/office/drawing/2014/main" id="{B90B22A7-F04B-4FF6-83B1-0E9C1EA9BD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1701" y="5672706"/>
            <a:ext cx="951908" cy="754673"/>
          </a:xfrm>
          <a:prstGeom prst="rect">
            <a:avLst/>
          </a:prstGeom>
        </p:spPr>
        <p:txBody>
          <a:bodyPr/>
          <a:lstStyle>
            <a:lvl1pPr algn="ctr">
              <a:defRPr sz="3600" b="1">
                <a:solidFill>
                  <a:schemeClr val="accent1"/>
                </a:solidFill>
              </a:defRPr>
            </a:lvl1pPr>
          </a:lstStyle>
          <a:p>
            <a:fld id="{42B7CBA4-B6F8-42AF-9F87-A3019C53748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3CD5EF7-198D-42A4-9653-CDECCDD4FE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61666" y="334925"/>
            <a:ext cx="11462589" cy="6188149"/>
            <a:chOff x="361666" y="334928"/>
            <a:chExt cx="11462589" cy="6188146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4A28016-1B2E-45F1-B467-06903B8825A1}"/>
                </a:ext>
              </a:extLst>
            </p:cNvPr>
            <p:cNvSpPr/>
            <p:nvPr userDrawn="1"/>
          </p:nvSpPr>
          <p:spPr>
            <a:xfrm>
              <a:off x="361666" y="334928"/>
              <a:ext cx="11462589" cy="618814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6963BC12-BE70-497C-9BB8-B215B1AD91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61666" y="4991100"/>
              <a:ext cx="6077234" cy="0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ED66530-93C7-4190-88B4-E20372B4A4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61666" y="6027773"/>
              <a:ext cx="10398267" cy="0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C12FD9B-DDFE-4542-BE29-9D1738F40C98}"/>
              </a:ext>
            </a:extLst>
          </p:cNvPr>
          <p:cNvCxnSpPr>
            <a:cxnSpLocks/>
          </p:cNvCxnSpPr>
          <p:nvPr userDrawn="1"/>
        </p:nvCxnSpPr>
        <p:spPr>
          <a:xfrm>
            <a:off x="10759933" y="334925"/>
            <a:ext cx="0" cy="5692848"/>
          </a:xfrm>
          <a:prstGeom prst="line">
            <a:avLst/>
          </a:prstGeom>
          <a:ln w="1270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EDDDAA5-3F7B-4205-9DAC-66F0CDDC3E34}"/>
              </a:ext>
            </a:extLst>
          </p:cNvPr>
          <p:cNvCxnSpPr>
            <a:cxnSpLocks/>
          </p:cNvCxnSpPr>
          <p:nvPr userDrawn="1"/>
        </p:nvCxnSpPr>
        <p:spPr>
          <a:xfrm>
            <a:off x="6429375" y="334925"/>
            <a:ext cx="0" cy="5692848"/>
          </a:xfrm>
          <a:prstGeom prst="line">
            <a:avLst/>
          </a:prstGeom>
          <a:ln w="1270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91298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E3E65">
            <a:alpha val="7365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0872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74" r:id="rId9"/>
    <p:sldLayoutId id="2147483669" r:id="rId10"/>
    <p:sldLayoutId id="2147483670" r:id="rId11"/>
    <p:sldLayoutId id="2147483671" r:id="rId12"/>
    <p:sldLayoutId id="2147483672" r:id="rId13"/>
    <p:sldLayoutId id="2147483673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4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4056">
          <p15:clr>
            <a:srgbClr val="F26B43"/>
          </p15:clr>
        </p15:guide>
        <p15:guide id="3" orient="horz" pos="1200">
          <p15:clr>
            <a:srgbClr val="F26B43"/>
          </p15:clr>
        </p15:guide>
        <p15:guide id="4" pos="528">
          <p15:clr>
            <a:srgbClr val="F26B43"/>
          </p15:clr>
        </p15:guide>
        <p15:guide id="5" pos="4584">
          <p15:clr>
            <a:srgbClr val="F26B43"/>
          </p15:clr>
        </p15:guide>
        <p15:guide id="6" pos="2424">
          <p15:clr>
            <a:srgbClr val="F26B43"/>
          </p15:clr>
        </p15:guide>
        <p15:guide id="7" pos="5136">
          <p15:clr>
            <a:srgbClr val="F26B43"/>
          </p15:clr>
        </p15:guide>
        <p15:guide id="8" pos="5664">
          <p15:clr>
            <a:srgbClr val="F26B43"/>
          </p15:clr>
        </p15:guide>
        <p15:guide id="9" pos="6216">
          <p15:clr>
            <a:srgbClr val="F26B43"/>
          </p15:clr>
        </p15:guide>
        <p15:guide id="10" pos="2952">
          <p15:clr>
            <a:srgbClr val="F26B43"/>
          </p15:clr>
        </p15:guide>
        <p15:guide id="11" orient="horz" pos="528">
          <p15:clr>
            <a:srgbClr val="F26B43"/>
          </p15:clr>
        </p15:guide>
        <p15:guide id="12" orient="horz" pos="864">
          <p15:clr>
            <a:srgbClr val="F26B43"/>
          </p15:clr>
        </p15:guide>
        <p15:guide id="13" orient="horz" pos="1848">
          <p15:clr>
            <a:srgbClr val="F26B43"/>
          </p15:clr>
        </p15:guide>
        <p15:guide id="14" orient="horz" pos="1512">
          <p15:clr>
            <a:srgbClr val="F26B43"/>
          </p15:clr>
        </p15:guide>
        <p15:guide id="15" orient="horz" pos="3144">
          <p15:clr>
            <a:srgbClr val="F26B43"/>
          </p15:clr>
        </p15:guide>
        <p15:guide id="16" orient="horz" pos="283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svg"/><Relationship Id="rId3" Type="http://schemas.openxmlformats.org/officeDocument/2006/relationships/image" Target="../media/image3.jpeg"/><Relationship Id="rId7" Type="http://schemas.openxmlformats.org/officeDocument/2006/relationships/image" Target="../media/image7.sv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svg"/><Relationship Id="rId5" Type="http://schemas.openxmlformats.org/officeDocument/2006/relationships/image" Target="../media/image5.sv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3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13838-6CCC-4797-8ECB-7EF9DD8572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6052" y="4831105"/>
            <a:ext cx="6265486" cy="1075278"/>
          </a:xfrm>
        </p:spPr>
        <p:txBody>
          <a:bodyPr/>
          <a:lstStyle/>
          <a:p>
            <a:r>
              <a:rPr lang="en-US" dirty="0">
                <a:solidFill>
                  <a:srgbClr val="6F2D47"/>
                </a:solidFill>
              </a:rPr>
              <a:t>Number Predictor</a:t>
            </a:r>
          </a:p>
        </p:txBody>
      </p:sp>
      <p:sp>
        <p:nvSpPr>
          <p:cNvPr id="11" name="Subtitle 10">
            <a:extLst>
              <a:ext uri="{FF2B5EF4-FFF2-40B4-BE49-F238E27FC236}">
                <a16:creationId xmlns:a16="http://schemas.microsoft.com/office/drawing/2014/main" id="{2F99BCD9-99B4-425C-B3C0-E78EBA3C89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82022" y="4837855"/>
            <a:ext cx="2771933" cy="986000"/>
          </a:xfrm>
        </p:spPr>
        <p:txBody>
          <a:bodyPr anchor="t"/>
          <a:lstStyle/>
          <a:p>
            <a:r>
              <a:rPr lang="en-US" dirty="0">
                <a:solidFill>
                  <a:srgbClr val="6F2D47"/>
                </a:solidFill>
              </a:rPr>
              <a:t>Aimee Elaine Grundei</a:t>
            </a:r>
          </a:p>
          <a:p>
            <a:r>
              <a:rPr lang="en-US" dirty="0">
                <a:solidFill>
                  <a:srgbClr val="6F2D47"/>
                </a:solidFill>
              </a:rPr>
              <a:t>Hannah Kraft</a:t>
            </a:r>
          </a:p>
        </p:txBody>
      </p:sp>
      <p:pic>
        <p:nvPicPr>
          <p:cNvPr id="30" name="Picture Placeholder 29">
            <a:extLst>
              <a:ext uri="{FF2B5EF4-FFF2-40B4-BE49-F238E27FC236}">
                <a16:creationId xmlns:a16="http://schemas.microsoft.com/office/drawing/2014/main" id="{EBEF8340-BD26-4016-B1B1-9BFC9B94274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l="24996" t="3611" r="24912" b="23283"/>
          <a:stretch>
            <a:fillRect/>
          </a:stretch>
        </p:blipFill>
        <p:spPr>
          <a:xfrm>
            <a:off x="381000" y="346505"/>
            <a:ext cx="5194300" cy="4154274"/>
          </a:xfrm>
        </p:spPr>
      </p:pic>
      <p:pic>
        <p:nvPicPr>
          <p:cNvPr id="4" name="Picture 3" descr="A screenshot of a graph&#10;&#10;AI-generated content may be incorrect.">
            <a:extLst>
              <a:ext uri="{FF2B5EF4-FFF2-40B4-BE49-F238E27FC236}">
                <a16:creationId xmlns:a16="http://schemas.microsoft.com/office/drawing/2014/main" id="{1DD76E78-8612-F366-DC30-7018D6598D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782" t="2464" r="19387"/>
          <a:stretch>
            <a:fillRect/>
          </a:stretch>
        </p:blipFill>
        <p:spPr>
          <a:xfrm>
            <a:off x="5544820" y="346505"/>
            <a:ext cx="5194300" cy="4154274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BEC8FBF-EBC5-B37D-35CA-B8C95C75417A}"/>
              </a:ext>
            </a:extLst>
          </p:cNvPr>
          <p:cNvCxnSpPr/>
          <p:nvPr/>
        </p:nvCxnSpPr>
        <p:spPr>
          <a:xfrm flipV="1">
            <a:off x="5575300" y="346505"/>
            <a:ext cx="0" cy="4154274"/>
          </a:xfrm>
          <a:prstGeom prst="line">
            <a:avLst/>
          </a:prstGeom>
          <a:ln w="12700">
            <a:solidFill>
              <a:srgbClr val="6F2D4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70809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84B2B35-06F8-4F5C-A618-6002214CE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45914"/>
            <a:ext cx="9527275" cy="1241944"/>
          </a:xfrm>
        </p:spPr>
        <p:txBody>
          <a:bodyPr/>
          <a:lstStyle/>
          <a:p>
            <a:r>
              <a:rPr lang="en-US" dirty="0">
                <a:solidFill>
                  <a:srgbClr val="6F2D47"/>
                </a:solidFill>
              </a:rPr>
              <a:t>Agenda</a:t>
            </a:r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26392955-6557-4ED6-B174-E9F9D52D2E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9257" y="4515329"/>
            <a:ext cx="6025116" cy="598994"/>
          </a:xfrm>
        </p:spPr>
        <p:txBody>
          <a:bodyPr>
            <a:noAutofit/>
          </a:bodyPr>
          <a:lstStyle/>
          <a:p>
            <a:pPr defTabSz="457200"/>
            <a:r>
              <a:rPr lang="en-US" sz="2200" dirty="0">
                <a:solidFill>
                  <a:srgbClr val="6F2D47"/>
                </a:solidFill>
              </a:rPr>
              <a:t>Backend</a:t>
            </a:r>
          </a:p>
        </p:txBody>
      </p:sp>
      <p:pic>
        <p:nvPicPr>
          <p:cNvPr id="12" name="Picture Placeholder 11" descr="Close up of a calculator">
            <a:extLst>
              <a:ext uri="{FF2B5EF4-FFF2-40B4-BE49-F238E27FC236}">
                <a16:creationId xmlns:a16="http://schemas.microsoft.com/office/drawing/2014/main" id="{C320AFE2-20CA-43D3-8E4E-28DBD9F9B755}"/>
              </a:ext>
            </a:extLst>
          </p:cNvPr>
          <p:cNvPicPr>
            <a:picLocks noGrp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69480" y="1928306"/>
            <a:ext cx="3465576" cy="4105656"/>
          </a:xfrm>
        </p:spPr>
      </p:pic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CBBB7DCC-419E-4462-B49C-E0F2281E7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9233562" y="2578525"/>
            <a:ext cx="4114800" cy="365125"/>
          </a:xfrm>
        </p:spPr>
        <p:txBody>
          <a:bodyPr/>
          <a:lstStyle/>
          <a:p>
            <a:r>
              <a:rPr lang="en-US" dirty="0">
                <a:solidFill>
                  <a:srgbClr val="6F2D47"/>
                </a:solidFill>
              </a:rPr>
              <a:t>NUMBER PREDICTOR</a:t>
            </a: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206A6756-4AD0-48B1-A2A6-221571B10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1701" y="5672706"/>
            <a:ext cx="951908" cy="754673"/>
          </a:xfrm>
        </p:spPr>
        <p:txBody>
          <a:bodyPr/>
          <a:lstStyle/>
          <a:p>
            <a:fld id="{FB5BC9EA-4FEE-444B-92CE-4488B20DCBA7}" type="slidenum">
              <a:rPr lang="en-US" smtClean="0">
                <a:solidFill>
                  <a:srgbClr val="6F2D47"/>
                </a:solidFill>
              </a:rPr>
              <a:pPr/>
              <a:t>2</a:t>
            </a:fld>
            <a:endParaRPr lang="en-US" dirty="0">
              <a:solidFill>
                <a:srgbClr val="6F2D47"/>
              </a:solidFill>
            </a:endParaRPr>
          </a:p>
        </p:txBody>
      </p:sp>
      <p:pic>
        <p:nvPicPr>
          <p:cNvPr id="4" name="Graphic 3" descr="Internet outline">
            <a:extLst>
              <a:ext uri="{FF2B5EF4-FFF2-40B4-BE49-F238E27FC236}">
                <a16:creationId xmlns:a16="http://schemas.microsoft.com/office/drawing/2014/main" id="{DAB82E60-B318-7E59-A5F3-AC059399A8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5299" y="2011982"/>
            <a:ext cx="763094" cy="763094"/>
          </a:xfrm>
          <a:prstGeom prst="rect">
            <a:avLst/>
          </a:prstGeom>
        </p:spPr>
      </p:pic>
      <p:pic>
        <p:nvPicPr>
          <p:cNvPr id="6" name="Graphic 5" descr="Left Brain outline">
            <a:extLst>
              <a:ext uri="{FF2B5EF4-FFF2-40B4-BE49-F238E27FC236}">
                <a16:creationId xmlns:a16="http://schemas.microsoft.com/office/drawing/2014/main" id="{1408B165-8B0A-0929-B6E9-082A7EEC797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1416" y="2761087"/>
            <a:ext cx="763094" cy="763094"/>
          </a:xfrm>
          <a:prstGeom prst="rect">
            <a:avLst/>
          </a:prstGeom>
        </p:spPr>
      </p:pic>
      <p:pic>
        <p:nvPicPr>
          <p:cNvPr id="8" name="Graphic 7" descr="Web design outline">
            <a:extLst>
              <a:ext uri="{FF2B5EF4-FFF2-40B4-BE49-F238E27FC236}">
                <a16:creationId xmlns:a16="http://schemas.microsoft.com/office/drawing/2014/main" id="{D65EEC4B-23EA-864A-F4D6-0B24C571F88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1416" y="3524181"/>
            <a:ext cx="763094" cy="763094"/>
          </a:xfrm>
          <a:prstGeom prst="rect">
            <a:avLst/>
          </a:prstGeom>
        </p:spPr>
      </p:pic>
      <p:pic>
        <p:nvPicPr>
          <p:cNvPr id="10" name="Graphic 9" descr="Database outline">
            <a:extLst>
              <a:ext uri="{FF2B5EF4-FFF2-40B4-BE49-F238E27FC236}">
                <a16:creationId xmlns:a16="http://schemas.microsoft.com/office/drawing/2014/main" id="{12202AFD-0AF0-86B8-D781-428103FBFFB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91416" y="4351229"/>
            <a:ext cx="763094" cy="763094"/>
          </a:xfrm>
          <a:prstGeom prst="rect">
            <a:avLst/>
          </a:prstGeom>
        </p:spPr>
      </p:pic>
      <p:pic>
        <p:nvPicPr>
          <p:cNvPr id="13" name="Graphic 12" descr="Thought bubble outline">
            <a:extLst>
              <a:ext uri="{FF2B5EF4-FFF2-40B4-BE49-F238E27FC236}">
                <a16:creationId xmlns:a16="http://schemas.microsoft.com/office/drawing/2014/main" id="{798F8581-9AEF-199A-516A-F1CC5C19B40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91416" y="5176291"/>
            <a:ext cx="763094" cy="763094"/>
          </a:xfrm>
          <a:prstGeom prst="rect">
            <a:avLst/>
          </a:prstGeom>
        </p:spPr>
      </p:pic>
      <p:sp>
        <p:nvSpPr>
          <p:cNvPr id="17" name="Content Placeholder 14">
            <a:extLst>
              <a:ext uri="{FF2B5EF4-FFF2-40B4-BE49-F238E27FC236}">
                <a16:creationId xmlns:a16="http://schemas.microsoft.com/office/drawing/2014/main" id="{C094DA4D-1068-C3A8-E524-5AF619EBCBE9}"/>
              </a:ext>
            </a:extLst>
          </p:cNvPr>
          <p:cNvSpPr txBox="1">
            <a:spLocks/>
          </p:cNvSpPr>
          <p:nvPr/>
        </p:nvSpPr>
        <p:spPr>
          <a:xfrm>
            <a:off x="1379257" y="3008180"/>
            <a:ext cx="6025116" cy="598994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/>
            <a:r>
              <a:rPr lang="en-US" sz="2200" dirty="0">
                <a:solidFill>
                  <a:srgbClr val="6F2D47"/>
                </a:solidFill>
              </a:rPr>
              <a:t>CNN</a:t>
            </a:r>
          </a:p>
        </p:txBody>
      </p:sp>
      <p:sp>
        <p:nvSpPr>
          <p:cNvPr id="18" name="Content Placeholder 14">
            <a:extLst>
              <a:ext uri="{FF2B5EF4-FFF2-40B4-BE49-F238E27FC236}">
                <a16:creationId xmlns:a16="http://schemas.microsoft.com/office/drawing/2014/main" id="{4B9EBDAD-1832-4458-4E39-727467C39F99}"/>
              </a:ext>
            </a:extLst>
          </p:cNvPr>
          <p:cNvSpPr txBox="1">
            <a:spLocks/>
          </p:cNvSpPr>
          <p:nvPr/>
        </p:nvSpPr>
        <p:spPr>
          <a:xfrm>
            <a:off x="1379257" y="3681637"/>
            <a:ext cx="6025116" cy="598994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/>
            <a:r>
              <a:rPr lang="en-US" sz="2200" dirty="0">
                <a:solidFill>
                  <a:srgbClr val="6F2D47"/>
                </a:solidFill>
              </a:rPr>
              <a:t>Frontend</a:t>
            </a:r>
          </a:p>
        </p:txBody>
      </p:sp>
      <p:sp>
        <p:nvSpPr>
          <p:cNvPr id="21" name="Content Placeholder 14">
            <a:extLst>
              <a:ext uri="{FF2B5EF4-FFF2-40B4-BE49-F238E27FC236}">
                <a16:creationId xmlns:a16="http://schemas.microsoft.com/office/drawing/2014/main" id="{AAE5E53E-2C3B-481C-50DF-113DA595BC6F}"/>
              </a:ext>
            </a:extLst>
          </p:cNvPr>
          <p:cNvSpPr txBox="1">
            <a:spLocks/>
          </p:cNvSpPr>
          <p:nvPr/>
        </p:nvSpPr>
        <p:spPr>
          <a:xfrm>
            <a:off x="1379257" y="2176082"/>
            <a:ext cx="6025116" cy="598994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/>
            <a:r>
              <a:rPr lang="en-US" sz="2200" dirty="0" err="1">
                <a:solidFill>
                  <a:srgbClr val="6F2D47"/>
                </a:solidFill>
              </a:rPr>
              <a:t>Projektvorstellung</a:t>
            </a:r>
            <a:endParaRPr lang="en-US" sz="2200" dirty="0">
              <a:solidFill>
                <a:srgbClr val="6F2D47"/>
              </a:solidFill>
            </a:endParaRPr>
          </a:p>
        </p:txBody>
      </p:sp>
      <p:sp>
        <p:nvSpPr>
          <p:cNvPr id="22" name="Content Placeholder 14">
            <a:extLst>
              <a:ext uri="{FF2B5EF4-FFF2-40B4-BE49-F238E27FC236}">
                <a16:creationId xmlns:a16="http://schemas.microsoft.com/office/drawing/2014/main" id="{B5F32A8A-35D1-F5E0-E965-75E4C1944247}"/>
              </a:ext>
            </a:extLst>
          </p:cNvPr>
          <p:cNvSpPr txBox="1">
            <a:spLocks/>
          </p:cNvSpPr>
          <p:nvPr/>
        </p:nvSpPr>
        <p:spPr>
          <a:xfrm>
            <a:off x="1379257" y="5252023"/>
            <a:ext cx="6025116" cy="598994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4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200"/>
            <a:r>
              <a:rPr lang="en-US" sz="2200" dirty="0" err="1">
                <a:solidFill>
                  <a:srgbClr val="6F2D47"/>
                </a:solidFill>
              </a:rPr>
              <a:t>Ausblick</a:t>
            </a:r>
            <a:endParaRPr lang="en-US" sz="2200" dirty="0">
              <a:solidFill>
                <a:srgbClr val="6F2D4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49662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029A8827-3374-4A11-8C85-AA2D78E9D5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6576" y="631452"/>
            <a:ext cx="4951823" cy="1500079"/>
          </a:xfrm>
        </p:spPr>
        <p:txBody>
          <a:bodyPr/>
          <a:lstStyle/>
          <a:p>
            <a:r>
              <a:rPr lang="en-US">
                <a:solidFill>
                  <a:srgbClr val="6F2D47"/>
                </a:solidFill>
              </a:rPr>
              <a:t>CNN</a:t>
            </a:r>
            <a:endParaRPr lang="en-US" dirty="0">
              <a:solidFill>
                <a:srgbClr val="6F2D47"/>
              </a:solidFill>
            </a:endParaRP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017C5392-1C76-48FA-8940-76AD15BCEF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2906" y="2565400"/>
            <a:ext cx="5283200" cy="3390900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6F2D47"/>
                </a:solidFill>
              </a:rPr>
              <a:t>Neuronales Netz zur Bilderkennung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6F2D47"/>
                </a:solidFill>
              </a:rPr>
              <a:t>Verschiedene Layer:</a:t>
            </a:r>
          </a:p>
          <a:p>
            <a:pPr marL="1028700" lvl="1" indent="-342900">
              <a:buFont typeface="+mj-lt"/>
              <a:buAutoNum type="arabicPeriod"/>
            </a:pPr>
            <a:r>
              <a:rPr lang="en-US">
                <a:solidFill>
                  <a:srgbClr val="6F2D47"/>
                </a:solidFill>
              </a:rPr>
              <a:t>Convolutional Layer</a:t>
            </a:r>
          </a:p>
          <a:p>
            <a:pPr marL="1028700" lvl="1" indent="-342900">
              <a:buFont typeface="+mj-lt"/>
              <a:buAutoNum type="arabicPeriod"/>
            </a:pPr>
            <a:r>
              <a:rPr lang="en-US">
                <a:solidFill>
                  <a:srgbClr val="6F2D47"/>
                </a:solidFill>
              </a:rPr>
              <a:t>Pooling Layer</a:t>
            </a:r>
          </a:p>
          <a:p>
            <a:pPr marL="1028700" lvl="1" indent="-342900">
              <a:buFont typeface="+mj-lt"/>
              <a:buAutoNum type="arabicPeriod"/>
            </a:pPr>
            <a:r>
              <a:rPr lang="en-US">
                <a:solidFill>
                  <a:srgbClr val="6F2D47"/>
                </a:solidFill>
              </a:rPr>
              <a:t>Fully Connected Layer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6F2D47"/>
                </a:solidFill>
              </a:rPr>
              <a:t>Aktivierungsfunktionen</a:t>
            </a:r>
          </a:p>
          <a:p>
            <a:pPr marL="1028700" lvl="1" indent="-342900">
              <a:buFont typeface="+mj-lt"/>
              <a:buAutoNum type="arabicPeriod"/>
            </a:pPr>
            <a:r>
              <a:rPr lang="en-US">
                <a:solidFill>
                  <a:srgbClr val="6F2D47"/>
                </a:solidFill>
              </a:rPr>
              <a:t>ReLu</a:t>
            </a:r>
          </a:p>
          <a:p>
            <a:pPr marL="1028700" lvl="1" indent="-342900">
              <a:buFont typeface="+mj-lt"/>
              <a:buAutoNum type="arabicPeriod"/>
            </a:pPr>
            <a:r>
              <a:rPr lang="en-US">
                <a:solidFill>
                  <a:srgbClr val="6F2D47"/>
                </a:solidFill>
              </a:rPr>
              <a:t>Softmax</a:t>
            </a:r>
            <a:endParaRPr lang="en-US" dirty="0">
              <a:solidFill>
                <a:srgbClr val="6F2D47"/>
              </a:solidFill>
            </a:endParaRPr>
          </a:p>
        </p:txBody>
      </p:sp>
      <p:sp>
        <p:nvSpPr>
          <p:cNvPr id="22" name="Footer Placeholder 21">
            <a:extLst>
              <a:ext uri="{FF2B5EF4-FFF2-40B4-BE49-F238E27FC236}">
                <a16:creationId xmlns:a16="http://schemas.microsoft.com/office/drawing/2014/main" id="{74D078E0-1675-4479-A2AB-9DD2016B87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9233562" y="2578525"/>
            <a:ext cx="4114800" cy="365125"/>
          </a:xfrm>
        </p:spPr>
        <p:txBody>
          <a:bodyPr/>
          <a:lstStyle/>
          <a:p>
            <a:r>
              <a:rPr lang="en-US" dirty="0">
                <a:solidFill>
                  <a:srgbClr val="6F2D47"/>
                </a:solidFill>
              </a:rPr>
              <a:t>NUMBER PREDICTOR</a:t>
            </a: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02E0DE71-4D88-4BC4-A247-4E1F63023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1701" y="5672706"/>
            <a:ext cx="951908" cy="754673"/>
          </a:xfrm>
        </p:spPr>
        <p:txBody>
          <a:bodyPr/>
          <a:lstStyle/>
          <a:p>
            <a:fld id="{FB5BC9EA-4FEE-444B-92CE-4488B20DCBA7}" type="slidenum">
              <a:rPr lang="en-US" smtClean="0">
                <a:solidFill>
                  <a:srgbClr val="6F2D47"/>
                </a:solidFill>
              </a:rPr>
              <a:pPr/>
              <a:t>3</a:t>
            </a:fld>
            <a:endParaRPr lang="en-US" dirty="0">
              <a:solidFill>
                <a:srgbClr val="6F2D47"/>
              </a:solidFill>
            </a:endParaRPr>
          </a:p>
        </p:txBody>
      </p:sp>
      <p:pic>
        <p:nvPicPr>
          <p:cNvPr id="5" name="Picture Placeholder 4" descr="A diagram of a diagram of a process&#10;&#10;AI-generated content may be incorrect.">
            <a:extLst>
              <a:ext uri="{FF2B5EF4-FFF2-40B4-BE49-F238E27FC236}">
                <a16:creationId xmlns:a16="http://schemas.microsoft.com/office/drawing/2014/main" id="{01A6C9A3-857E-7560-C678-162493088FDC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2463" r="2543"/>
          <a:stretch>
            <a:fillRect/>
          </a:stretch>
        </p:blipFill>
        <p:spPr>
          <a:xfrm>
            <a:off x="289650" y="1185294"/>
            <a:ext cx="4149322" cy="2163507"/>
          </a:xfrm>
        </p:spPr>
      </p:pic>
      <p:pic>
        <p:nvPicPr>
          <p:cNvPr id="11" name="Graphic 10" descr="Left Brain outline">
            <a:extLst>
              <a:ext uri="{FF2B5EF4-FFF2-40B4-BE49-F238E27FC236}">
                <a16:creationId xmlns:a16="http://schemas.microsoft.com/office/drawing/2014/main" id="{ED44C570-0345-9B96-6E66-363F139D5A6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32906" y="1002001"/>
            <a:ext cx="763094" cy="763094"/>
          </a:xfrm>
          <a:prstGeom prst="rect">
            <a:avLst/>
          </a:prstGeom>
        </p:spPr>
      </p:pic>
      <p:pic>
        <p:nvPicPr>
          <p:cNvPr id="16" name="Picture 15" descr="A graph of a function&#10;&#10;AI-generated content may be incorrect.">
            <a:extLst>
              <a:ext uri="{FF2B5EF4-FFF2-40B4-BE49-F238E27FC236}">
                <a16:creationId xmlns:a16="http://schemas.microsoft.com/office/drawing/2014/main" id="{283A470D-167D-4671-3889-EE4554F05D4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7" t="-99" r="-1" b="-1"/>
          <a:stretch>
            <a:fillRect/>
          </a:stretch>
        </p:blipFill>
        <p:spPr bwMode="auto">
          <a:xfrm>
            <a:off x="284281" y="3986268"/>
            <a:ext cx="4154691" cy="168643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9133964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D9046EF7-AC35-4EFD-B67B-BCCD7D223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6617" y="493000"/>
            <a:ext cx="9396733" cy="1086646"/>
          </a:xfrm>
        </p:spPr>
        <p:txBody>
          <a:bodyPr/>
          <a:lstStyle/>
          <a:p>
            <a:r>
              <a:rPr lang="en-US" dirty="0">
                <a:solidFill>
                  <a:srgbClr val="6F2D47"/>
                </a:solidFill>
              </a:rPr>
              <a:t>Frontend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50E3A27-246E-451F-8FA8-E6FD6935D78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7514" y="1673444"/>
            <a:ext cx="2945347" cy="665481"/>
          </a:xfrm>
        </p:spPr>
        <p:txBody>
          <a:bodyPr/>
          <a:lstStyle/>
          <a:p>
            <a:r>
              <a:rPr lang="en-US" dirty="0">
                <a:solidFill>
                  <a:srgbClr val="6F2D47"/>
                </a:solidFill>
              </a:rPr>
              <a:t>HTML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2387DCC-3977-4A99-9BE0-CBFE5B00592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1" y="2338927"/>
            <a:ext cx="2945347" cy="3482750"/>
          </a:xfrm>
        </p:spPr>
        <p:txBody>
          <a:bodyPr/>
          <a:lstStyle/>
          <a:p>
            <a:pPr lvl="0"/>
            <a:r>
              <a:rPr lang="en-US" sz="2200" dirty="0" err="1"/>
              <a:t>Strukturierung</a:t>
            </a:r>
            <a:endParaRPr lang="en-US" sz="2200" dirty="0"/>
          </a:p>
          <a:p>
            <a:pPr lvl="0"/>
            <a:r>
              <a:rPr lang="en-US" sz="2200" dirty="0"/>
              <a:t>Drei Seiten: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2000" dirty="0" err="1">
                <a:solidFill>
                  <a:schemeClr val="tx1"/>
                </a:solidFill>
              </a:rPr>
              <a:t>Startseite</a:t>
            </a:r>
            <a:endParaRPr lang="en-US" sz="2000" dirty="0">
              <a:solidFill>
                <a:schemeClr val="tx1"/>
              </a:solidFill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Statistics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History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44C7BFC5-24B5-4D4A-ABE8-E403ADD39EC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085548" y="1673444"/>
            <a:ext cx="2945347" cy="665481"/>
          </a:xfrm>
        </p:spPr>
        <p:txBody>
          <a:bodyPr/>
          <a:lstStyle/>
          <a:p>
            <a:r>
              <a:rPr lang="en-US" dirty="0">
                <a:solidFill>
                  <a:srgbClr val="6F2D47"/>
                </a:solidFill>
              </a:rPr>
              <a:t>CSS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8FCED40-C162-4447-BEDE-F9D62FD18F2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085548" y="2338927"/>
            <a:ext cx="2945347" cy="3482750"/>
          </a:xfrm>
        </p:spPr>
        <p:txBody>
          <a:bodyPr/>
          <a:lstStyle/>
          <a:p>
            <a:r>
              <a:rPr lang="en-US" sz="2200" dirty="0"/>
              <a:t>Styling</a:t>
            </a:r>
          </a:p>
          <a:p>
            <a:r>
              <a:rPr lang="en-US" sz="2200" dirty="0" err="1"/>
              <a:t>Übersichtlichkeit</a:t>
            </a:r>
            <a:r>
              <a:rPr lang="en-US" sz="2200" dirty="0"/>
              <a:t> und intuitive Navigation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1104E7E-55E9-451B-B30D-DCA20FC09E1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88898" y="1673444"/>
            <a:ext cx="2945347" cy="665481"/>
          </a:xfrm>
        </p:spPr>
        <p:txBody>
          <a:bodyPr/>
          <a:lstStyle/>
          <a:p>
            <a:r>
              <a:rPr lang="en-US" dirty="0">
                <a:solidFill>
                  <a:srgbClr val="6F2D47"/>
                </a:solidFill>
              </a:rPr>
              <a:t>JavaScript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5FBF6DF-AB98-4988-9B00-AF337D5E15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288898" y="2338927"/>
            <a:ext cx="2945347" cy="3482750"/>
          </a:xfrm>
        </p:spPr>
        <p:txBody>
          <a:bodyPr/>
          <a:lstStyle/>
          <a:p>
            <a:r>
              <a:rPr lang="en-US" sz="2200" dirty="0" err="1"/>
              <a:t>Funktionalität</a:t>
            </a:r>
            <a:endParaRPr lang="en-US" sz="2200" dirty="0"/>
          </a:p>
          <a:p>
            <a:r>
              <a:rPr lang="en-US" sz="2200" dirty="0" err="1"/>
              <a:t>Anwendungen</a:t>
            </a:r>
            <a:r>
              <a:rPr lang="en-US" sz="2200" dirty="0"/>
              <a:t>: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Backend-</a:t>
            </a:r>
            <a:r>
              <a:rPr lang="en-US" sz="2000" dirty="0" err="1">
                <a:solidFill>
                  <a:schemeClr val="tx1"/>
                </a:solidFill>
              </a:rPr>
              <a:t>Anfragen</a:t>
            </a:r>
            <a:endParaRPr lang="en-US" sz="2000" dirty="0">
              <a:solidFill>
                <a:schemeClr val="tx1"/>
              </a:solidFill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sz="2000" dirty="0" err="1">
                <a:solidFill>
                  <a:schemeClr val="tx1"/>
                </a:solidFill>
              </a:rPr>
              <a:t>Zeichentool</a:t>
            </a:r>
            <a:endParaRPr lang="en-US" sz="2000" dirty="0">
              <a:solidFill>
                <a:schemeClr val="tx1"/>
              </a:solidFill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Statistics-</a:t>
            </a:r>
            <a:r>
              <a:rPr lang="en-US" sz="2000" dirty="0" err="1">
                <a:solidFill>
                  <a:schemeClr val="tx1"/>
                </a:solidFill>
              </a:rPr>
              <a:t>Diagramme</a:t>
            </a:r>
            <a:endParaRPr lang="en-US" sz="2000" dirty="0">
              <a:solidFill>
                <a:schemeClr val="tx1"/>
              </a:solidFill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History-</a:t>
            </a:r>
            <a:r>
              <a:rPr lang="en-US" sz="2000" dirty="0" err="1">
                <a:solidFill>
                  <a:schemeClr val="tx1"/>
                </a:solidFill>
              </a:rPr>
              <a:t>Tabelle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BE5F9A3-EC1A-4AB8-9A51-93EBC2DBC8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9233562" y="2578525"/>
            <a:ext cx="4114800" cy="365125"/>
          </a:xfrm>
        </p:spPr>
        <p:txBody>
          <a:bodyPr/>
          <a:lstStyle/>
          <a:p>
            <a:r>
              <a:rPr lang="en-US" dirty="0">
                <a:solidFill>
                  <a:srgbClr val="6F2D47"/>
                </a:solidFill>
              </a:rPr>
              <a:t>NUMBER PREDICTOR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349A24-7B64-4D34-8057-986A397B88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1701" y="5672706"/>
            <a:ext cx="951908" cy="754673"/>
          </a:xfrm>
        </p:spPr>
        <p:txBody>
          <a:bodyPr/>
          <a:lstStyle/>
          <a:p>
            <a:fld id="{5709AFD8-D051-4223-B8CF-1EC150CE8836}" type="slidenum">
              <a:rPr lang="en-US" smtClean="0">
                <a:solidFill>
                  <a:srgbClr val="6F2D47"/>
                </a:solidFill>
              </a:rPr>
              <a:pPr/>
              <a:t>4</a:t>
            </a:fld>
            <a:endParaRPr lang="en-US" dirty="0">
              <a:solidFill>
                <a:srgbClr val="6F2D47"/>
              </a:solidFill>
            </a:endParaRPr>
          </a:p>
        </p:txBody>
      </p:sp>
      <p:pic>
        <p:nvPicPr>
          <p:cNvPr id="2" name="Graphic 1" descr="Web design outline">
            <a:extLst>
              <a:ext uri="{FF2B5EF4-FFF2-40B4-BE49-F238E27FC236}">
                <a16:creationId xmlns:a16="http://schemas.microsoft.com/office/drawing/2014/main" id="{AFD917ED-535F-A090-B34B-615C9CE0AE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8474" y="654776"/>
            <a:ext cx="763094" cy="763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2755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AA3FDC-1C89-2E72-0678-B0518BFD1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C36E1397-4C1B-7C9A-209B-A82A8A0B9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6617" y="493000"/>
            <a:ext cx="9396733" cy="1086646"/>
          </a:xfrm>
        </p:spPr>
        <p:txBody>
          <a:bodyPr/>
          <a:lstStyle/>
          <a:p>
            <a:r>
              <a:rPr lang="en-US" dirty="0">
                <a:solidFill>
                  <a:srgbClr val="6F2D47"/>
                </a:solidFill>
              </a:rPr>
              <a:t>Backend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EF8891E-AB5C-92A4-8C71-1B5057E5594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7514" y="1673444"/>
            <a:ext cx="2945347" cy="665481"/>
          </a:xfrm>
        </p:spPr>
        <p:txBody>
          <a:bodyPr/>
          <a:lstStyle/>
          <a:p>
            <a:r>
              <a:rPr lang="en-US" dirty="0">
                <a:solidFill>
                  <a:srgbClr val="6F2D47"/>
                </a:solidFill>
              </a:rPr>
              <a:t>Database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AAF7FC3-3515-B3F4-81D1-36DAB16D7C5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1" y="2338927"/>
            <a:ext cx="2945347" cy="3482750"/>
          </a:xfrm>
        </p:spPr>
        <p:txBody>
          <a:bodyPr/>
          <a:lstStyle/>
          <a:p>
            <a:pPr lvl="0"/>
            <a:r>
              <a:rPr lang="en-US" sz="2100" dirty="0"/>
              <a:t>SQLite</a:t>
            </a:r>
          </a:p>
          <a:p>
            <a:pPr lvl="0"/>
            <a:r>
              <a:rPr lang="en-US" sz="2100" dirty="0" err="1"/>
              <a:t>Tabelle</a:t>
            </a:r>
            <a:r>
              <a:rPr lang="en-US" sz="2100" dirty="0"/>
              <a:t> “</a:t>
            </a:r>
            <a:r>
              <a:rPr lang="en-US" sz="2100" dirty="0" err="1"/>
              <a:t>cnn_results</a:t>
            </a:r>
            <a:r>
              <a:rPr lang="en-US" sz="2100" dirty="0"/>
              <a:t>”</a:t>
            </a:r>
          </a:p>
          <a:p>
            <a:pPr lvl="0"/>
            <a:r>
              <a:rPr lang="en-US" sz="2100" dirty="0" err="1"/>
              <a:t>Wichtigste</a:t>
            </a:r>
            <a:r>
              <a:rPr lang="en-US" sz="2100" dirty="0"/>
              <a:t> </a:t>
            </a:r>
            <a:r>
              <a:rPr lang="en-US" sz="2100" dirty="0" err="1"/>
              <a:t>Spalten</a:t>
            </a:r>
            <a:r>
              <a:rPr lang="en-US" sz="2100" dirty="0"/>
              <a:t>:</a:t>
            </a:r>
          </a:p>
          <a:p>
            <a:pPr lvl="1"/>
            <a:r>
              <a:rPr lang="en-US" sz="1900" dirty="0">
                <a:solidFill>
                  <a:schemeClr val="tx1"/>
                </a:solidFill>
              </a:rPr>
              <a:t>Id, </a:t>
            </a:r>
            <a:r>
              <a:rPr lang="en-US" sz="1900" dirty="0" err="1">
                <a:solidFill>
                  <a:schemeClr val="tx1"/>
                </a:solidFill>
              </a:rPr>
              <a:t>model_name</a:t>
            </a:r>
            <a:r>
              <a:rPr lang="en-US" sz="1900" dirty="0">
                <a:solidFill>
                  <a:schemeClr val="tx1"/>
                </a:solidFill>
              </a:rPr>
              <a:t>, </a:t>
            </a:r>
            <a:r>
              <a:rPr lang="en-US" sz="1900" dirty="0" err="1">
                <a:solidFill>
                  <a:schemeClr val="tx1"/>
                </a:solidFill>
              </a:rPr>
              <a:t>input_data</a:t>
            </a:r>
            <a:r>
              <a:rPr lang="en-US" sz="1900" dirty="0">
                <a:solidFill>
                  <a:schemeClr val="tx1"/>
                </a:solidFill>
              </a:rPr>
              <a:t>, </a:t>
            </a:r>
            <a:r>
              <a:rPr lang="en-US" sz="1900" dirty="0" err="1">
                <a:solidFill>
                  <a:schemeClr val="tx1"/>
                </a:solidFill>
              </a:rPr>
              <a:t>predicted_label</a:t>
            </a:r>
            <a:r>
              <a:rPr lang="en-US" sz="1900" dirty="0">
                <a:solidFill>
                  <a:schemeClr val="tx1"/>
                </a:solidFill>
              </a:rPr>
              <a:t>, </a:t>
            </a:r>
            <a:r>
              <a:rPr lang="en-US" sz="1900" dirty="0" err="1">
                <a:solidFill>
                  <a:schemeClr val="tx1"/>
                </a:solidFill>
              </a:rPr>
              <a:t>true_label</a:t>
            </a:r>
            <a:endParaRPr lang="en-US" sz="1900" dirty="0">
              <a:solidFill>
                <a:schemeClr val="tx1"/>
              </a:solidFill>
            </a:endParaRP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4B2748A9-16BD-8069-DE62-96CD21DAC5F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085548" y="1673444"/>
            <a:ext cx="2945347" cy="665481"/>
          </a:xfrm>
        </p:spPr>
        <p:txBody>
          <a:bodyPr/>
          <a:lstStyle/>
          <a:p>
            <a:r>
              <a:rPr lang="en-US" dirty="0">
                <a:solidFill>
                  <a:srgbClr val="6F2D47"/>
                </a:solidFill>
              </a:rPr>
              <a:t>Flask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44651DBE-F068-BB1F-5B41-3D21913C879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085548" y="2338927"/>
            <a:ext cx="2945347" cy="3482750"/>
          </a:xfrm>
        </p:spPr>
        <p:txBody>
          <a:bodyPr/>
          <a:lstStyle/>
          <a:p>
            <a:r>
              <a:rPr lang="en-US" sz="2100" dirty="0" err="1"/>
              <a:t>Schnittstelle</a:t>
            </a:r>
            <a:r>
              <a:rPr lang="en-US" sz="2100" dirty="0"/>
              <a:t> </a:t>
            </a:r>
            <a:r>
              <a:rPr lang="en-US" sz="2100" dirty="0" err="1"/>
              <a:t>zwischen</a:t>
            </a:r>
            <a:r>
              <a:rPr lang="en-US" sz="2100" dirty="0"/>
              <a:t> HTML und Logik</a:t>
            </a:r>
          </a:p>
          <a:p>
            <a:r>
              <a:rPr lang="en-US" sz="2100" dirty="0" err="1"/>
              <a:t>Hauptaufgaben</a:t>
            </a:r>
            <a:r>
              <a:rPr lang="en-US" sz="2100" dirty="0"/>
              <a:t>: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900" dirty="0" err="1">
                <a:solidFill>
                  <a:schemeClr val="tx1"/>
                </a:solidFill>
              </a:rPr>
              <a:t>Abfangen</a:t>
            </a:r>
            <a:r>
              <a:rPr lang="en-US" sz="1900" dirty="0">
                <a:solidFill>
                  <a:schemeClr val="tx1"/>
                </a:solidFill>
              </a:rPr>
              <a:t> der HTML-</a:t>
            </a:r>
            <a:r>
              <a:rPr lang="en-US" sz="1900" dirty="0" err="1">
                <a:solidFill>
                  <a:schemeClr val="tx1"/>
                </a:solidFill>
              </a:rPr>
              <a:t>Anfragen</a:t>
            </a:r>
            <a:endParaRPr lang="en-US" sz="1900" dirty="0">
              <a:solidFill>
                <a:schemeClr val="tx1"/>
              </a:solidFill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sz="1900" dirty="0" err="1">
                <a:solidFill>
                  <a:schemeClr val="tx1"/>
                </a:solidFill>
              </a:rPr>
              <a:t>Füllen</a:t>
            </a:r>
            <a:r>
              <a:rPr lang="en-US" sz="1900" dirty="0">
                <a:solidFill>
                  <a:schemeClr val="tx1"/>
                </a:solidFill>
              </a:rPr>
              <a:t> des Frontends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900" dirty="0" err="1">
                <a:solidFill>
                  <a:schemeClr val="tx1"/>
                </a:solidFill>
              </a:rPr>
              <a:t>Vorhersage</a:t>
            </a:r>
            <a:endParaRPr lang="en-US" sz="1900" dirty="0">
              <a:solidFill>
                <a:schemeClr val="tx1"/>
              </a:solidFill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5F666AA2-F339-72B7-7F11-D1C04B15B1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88898" y="1673444"/>
            <a:ext cx="2945347" cy="665481"/>
          </a:xfrm>
        </p:spPr>
        <p:txBody>
          <a:bodyPr/>
          <a:lstStyle/>
          <a:p>
            <a:r>
              <a:rPr lang="en-US" dirty="0">
                <a:solidFill>
                  <a:srgbClr val="6F2D47"/>
                </a:solidFill>
              </a:rPr>
              <a:t>Model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B50BED8-4527-9C19-1036-73F9F82148E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288898" y="2338927"/>
            <a:ext cx="2945347" cy="3482750"/>
          </a:xfrm>
        </p:spPr>
        <p:txBody>
          <a:bodyPr/>
          <a:lstStyle/>
          <a:p>
            <a:r>
              <a:rPr lang="en-US" sz="2100" dirty="0"/>
              <a:t>Drei Modelle: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900" dirty="0">
                <a:solidFill>
                  <a:schemeClr val="tx1"/>
                </a:solidFill>
              </a:rPr>
              <a:t>MLP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900" dirty="0">
                <a:solidFill>
                  <a:schemeClr val="tx1"/>
                </a:solidFill>
              </a:rPr>
              <a:t>CNN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900" dirty="0" err="1">
                <a:solidFill>
                  <a:schemeClr val="tx1"/>
                </a:solidFill>
              </a:rPr>
              <a:t>Optimiertes</a:t>
            </a:r>
            <a:r>
              <a:rPr lang="en-US" sz="1900" dirty="0">
                <a:solidFill>
                  <a:schemeClr val="tx1"/>
                </a:solidFill>
              </a:rPr>
              <a:t> CNN</a:t>
            </a:r>
          </a:p>
          <a:p>
            <a:r>
              <a:rPr lang="en-US" sz="2100" dirty="0"/>
              <a:t>Training </a:t>
            </a:r>
            <a:r>
              <a:rPr lang="en-US" sz="2100" dirty="0" err="1"/>
              <a:t>mit</a:t>
            </a:r>
            <a:r>
              <a:rPr lang="en-US" sz="2100" dirty="0"/>
              <a:t> </a:t>
            </a:r>
            <a:r>
              <a:rPr lang="en-US" sz="2100" dirty="0" err="1"/>
              <a:t>Mnist-Datensatz</a:t>
            </a:r>
            <a:endParaRPr lang="en-US" sz="210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572921-C349-5E87-0121-8A8B789B7B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9233562" y="2578525"/>
            <a:ext cx="4114800" cy="365125"/>
          </a:xfrm>
        </p:spPr>
        <p:txBody>
          <a:bodyPr/>
          <a:lstStyle/>
          <a:p>
            <a:r>
              <a:rPr lang="en-US" dirty="0">
                <a:solidFill>
                  <a:srgbClr val="6F2D47"/>
                </a:solidFill>
              </a:rPr>
              <a:t>NUMBER PREDICTOR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030C04-94C7-F04F-370A-A761C7980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1701" y="5672706"/>
            <a:ext cx="951908" cy="754673"/>
          </a:xfrm>
        </p:spPr>
        <p:txBody>
          <a:bodyPr/>
          <a:lstStyle/>
          <a:p>
            <a:fld id="{5709AFD8-D051-4223-B8CF-1EC150CE8836}" type="slidenum">
              <a:rPr lang="en-US" smtClean="0">
                <a:solidFill>
                  <a:srgbClr val="6F2D47"/>
                </a:solidFill>
              </a:rPr>
              <a:pPr/>
              <a:t>5</a:t>
            </a:fld>
            <a:endParaRPr lang="en-US" dirty="0">
              <a:solidFill>
                <a:srgbClr val="6F2D47"/>
              </a:solidFill>
            </a:endParaRPr>
          </a:p>
        </p:txBody>
      </p:sp>
      <p:pic>
        <p:nvPicPr>
          <p:cNvPr id="4" name="Graphic 3" descr="Database outline">
            <a:extLst>
              <a:ext uri="{FF2B5EF4-FFF2-40B4-BE49-F238E27FC236}">
                <a16:creationId xmlns:a16="http://schemas.microsoft.com/office/drawing/2014/main" id="{862792B2-6E37-CFB4-7818-465CF44EBD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8474" y="654776"/>
            <a:ext cx="763094" cy="763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67896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49D6D8D-4EF5-4265-88C3-9A7C15E6D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6617" y="482842"/>
            <a:ext cx="9396733" cy="1086646"/>
          </a:xfrm>
        </p:spPr>
        <p:txBody>
          <a:bodyPr/>
          <a:lstStyle/>
          <a:p>
            <a:r>
              <a:rPr lang="en-US" dirty="0" err="1">
                <a:solidFill>
                  <a:srgbClr val="6F2D47"/>
                </a:solidFill>
              </a:rPr>
              <a:t>Ausblick</a:t>
            </a:r>
            <a:endParaRPr lang="en-US" dirty="0">
              <a:solidFill>
                <a:srgbClr val="6F2D47"/>
              </a:solidFill>
            </a:endParaRP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D4337333-5C0C-4BBC-9B33-936F96AD27B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7513" y="1673444"/>
            <a:ext cx="4565283" cy="665481"/>
          </a:xfrm>
        </p:spPr>
        <p:txBody>
          <a:bodyPr/>
          <a:lstStyle/>
          <a:p>
            <a:r>
              <a:rPr lang="en-US" dirty="0">
                <a:solidFill>
                  <a:srgbClr val="6F2D47"/>
                </a:solidFill>
              </a:rPr>
              <a:t>Frontend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C803DE5-6EF0-4F28-8C50-C142E51B6F7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0" y="2338927"/>
            <a:ext cx="4565283" cy="3492908"/>
          </a:xfrm>
        </p:spPr>
        <p:txBody>
          <a:bodyPr/>
          <a:lstStyle/>
          <a:p>
            <a:r>
              <a:rPr lang="en-US" sz="2200" dirty="0" err="1"/>
              <a:t>Intuitivere</a:t>
            </a:r>
            <a:r>
              <a:rPr lang="en-US" sz="2200" dirty="0"/>
              <a:t> </a:t>
            </a:r>
            <a:r>
              <a:rPr lang="en-US" sz="2200" dirty="0" err="1"/>
              <a:t>Benutzerführung</a:t>
            </a:r>
            <a:endParaRPr lang="en-US" sz="2200" dirty="0"/>
          </a:p>
          <a:p>
            <a:r>
              <a:rPr lang="en-US" sz="2200" dirty="0" err="1"/>
              <a:t>Direktes</a:t>
            </a:r>
            <a:r>
              <a:rPr lang="en-US" sz="2200" dirty="0"/>
              <a:t> Feedback </a:t>
            </a:r>
            <a:r>
              <a:rPr lang="en-US" sz="2200" dirty="0" err="1"/>
              <a:t>durch</a:t>
            </a:r>
            <a:r>
              <a:rPr lang="en-US" sz="2200" dirty="0"/>
              <a:t> </a:t>
            </a:r>
            <a:r>
              <a:rPr lang="en-US" sz="2200" dirty="0" err="1"/>
              <a:t>visuelle</a:t>
            </a:r>
            <a:r>
              <a:rPr lang="en-US" sz="2200" dirty="0"/>
              <a:t> </a:t>
            </a:r>
            <a:r>
              <a:rPr lang="en-US" sz="2200" dirty="0" err="1"/>
              <a:t>Markierungen</a:t>
            </a:r>
            <a:endParaRPr lang="en-US" sz="2200" dirty="0"/>
          </a:p>
          <a:p>
            <a:r>
              <a:rPr lang="en-US" sz="2200" dirty="0"/>
              <a:t>Lehr- </a:t>
            </a:r>
            <a:r>
              <a:rPr lang="en-US" sz="2200" dirty="0" err="1"/>
              <a:t>oder</a:t>
            </a:r>
            <a:r>
              <a:rPr lang="en-US" sz="2200" dirty="0"/>
              <a:t> </a:t>
            </a:r>
            <a:r>
              <a:rPr lang="en-US" sz="2200" dirty="0" err="1"/>
              <a:t>Demonstrationstool</a:t>
            </a:r>
            <a:r>
              <a:rPr lang="en-US" sz="2200" dirty="0"/>
              <a:t>: </a:t>
            </a:r>
            <a:r>
              <a:rPr lang="en-US" sz="2200" dirty="0" err="1"/>
              <a:t>anschauliche</a:t>
            </a:r>
            <a:r>
              <a:rPr lang="en-US" sz="2200" dirty="0"/>
              <a:t> </a:t>
            </a:r>
            <a:r>
              <a:rPr lang="en-US" sz="2200" dirty="0" err="1"/>
              <a:t>Vermittlung</a:t>
            </a:r>
            <a:r>
              <a:rPr lang="en-US" sz="2200" dirty="0"/>
              <a:t> </a:t>
            </a:r>
            <a:r>
              <a:rPr lang="en-US" sz="2200" dirty="0" err="1"/>
              <a:t>über</a:t>
            </a:r>
            <a:r>
              <a:rPr lang="en-US" sz="2200" dirty="0"/>
              <a:t> </a:t>
            </a:r>
            <a:r>
              <a:rPr lang="en-US" sz="2200" dirty="0" err="1"/>
              <a:t>Funktionsweise</a:t>
            </a:r>
            <a:r>
              <a:rPr lang="en-US" sz="2200" dirty="0"/>
              <a:t> </a:t>
            </a:r>
            <a:r>
              <a:rPr lang="en-US" sz="2200" dirty="0" err="1"/>
              <a:t>neuronaler</a:t>
            </a:r>
            <a:r>
              <a:rPr lang="en-US" sz="2200" dirty="0"/>
              <a:t> </a:t>
            </a:r>
            <a:r>
              <a:rPr lang="en-US" sz="2200" dirty="0" err="1"/>
              <a:t>Netze</a:t>
            </a:r>
            <a:endParaRPr lang="en-US" sz="2200" dirty="0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E633D0AA-8EC9-4074-835B-B9E8F510452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668963" y="1673444"/>
            <a:ext cx="4565283" cy="665481"/>
          </a:xfrm>
        </p:spPr>
        <p:txBody>
          <a:bodyPr/>
          <a:lstStyle/>
          <a:p>
            <a:r>
              <a:rPr lang="en-US" dirty="0">
                <a:solidFill>
                  <a:srgbClr val="6F2D47"/>
                </a:solidFill>
              </a:rPr>
              <a:t>Backend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65DE900-AEA6-4993-B176-7D5A096CB41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668963" y="2338927"/>
            <a:ext cx="4565283" cy="3492908"/>
          </a:xfrm>
        </p:spPr>
        <p:txBody>
          <a:bodyPr/>
          <a:lstStyle/>
          <a:p>
            <a:r>
              <a:rPr lang="en-US" sz="2200" dirty="0" err="1"/>
              <a:t>Erneutes</a:t>
            </a:r>
            <a:r>
              <a:rPr lang="en-US" sz="2200" dirty="0"/>
              <a:t> Training </a:t>
            </a:r>
            <a:r>
              <a:rPr lang="en-US" sz="2200" dirty="0" err="1"/>
              <a:t>mit</a:t>
            </a:r>
            <a:r>
              <a:rPr lang="en-US" sz="2200" dirty="0"/>
              <a:t> </a:t>
            </a:r>
            <a:r>
              <a:rPr lang="en-US" sz="2200" dirty="0" err="1"/>
              <a:t>gesammelten</a:t>
            </a:r>
            <a:r>
              <a:rPr lang="en-US" sz="2200" dirty="0"/>
              <a:t> </a:t>
            </a:r>
            <a:r>
              <a:rPr lang="en-US" sz="2200" dirty="0" err="1"/>
              <a:t>handgeschriebenen</a:t>
            </a:r>
            <a:r>
              <a:rPr lang="en-US" sz="2200" dirty="0"/>
              <a:t> </a:t>
            </a:r>
            <a:r>
              <a:rPr lang="en-US" sz="2200" dirty="0" err="1"/>
              <a:t>Daten</a:t>
            </a:r>
            <a:endParaRPr lang="en-US" sz="2200" dirty="0"/>
          </a:p>
          <a:p>
            <a:r>
              <a:rPr lang="en-US" sz="2200" dirty="0" err="1"/>
              <a:t>Modernere</a:t>
            </a:r>
            <a:r>
              <a:rPr lang="en-US" sz="2200" dirty="0"/>
              <a:t> Frameworks </a:t>
            </a:r>
            <a:r>
              <a:rPr lang="en-US" sz="2200" dirty="0" err="1"/>
              <a:t>wie</a:t>
            </a:r>
            <a:r>
              <a:rPr lang="en-US" sz="2200" dirty="0"/>
              <a:t> </a:t>
            </a:r>
            <a:r>
              <a:rPr lang="en-US" sz="2200" dirty="0" err="1"/>
              <a:t>FastAPI</a:t>
            </a:r>
            <a:r>
              <a:rPr lang="en-US" sz="2200" dirty="0"/>
              <a:t> für </a:t>
            </a:r>
            <a:r>
              <a:rPr lang="en-US" sz="2200" dirty="0" err="1"/>
              <a:t>bessere</a:t>
            </a:r>
            <a:r>
              <a:rPr lang="en-US" sz="2200" dirty="0"/>
              <a:t> Performance und </a:t>
            </a:r>
            <a:r>
              <a:rPr lang="en-US" sz="2200" dirty="0" err="1"/>
              <a:t>Wartbarkeit</a:t>
            </a:r>
            <a:endParaRPr lang="en-US" sz="2200" dirty="0"/>
          </a:p>
          <a:p>
            <a:endParaRPr lang="en-US" sz="2200" dirty="0"/>
          </a:p>
          <a:p>
            <a:endParaRPr lang="en-US" sz="2200" dirty="0"/>
          </a:p>
          <a:p>
            <a:endParaRPr lang="en-US" dirty="0"/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9CC598A7-1589-4155-8E9E-6556F34CF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9233562" y="2578525"/>
            <a:ext cx="4114800" cy="365125"/>
          </a:xfrm>
        </p:spPr>
        <p:txBody>
          <a:bodyPr/>
          <a:lstStyle/>
          <a:p>
            <a:r>
              <a:rPr lang="en-US" dirty="0">
                <a:solidFill>
                  <a:srgbClr val="6F2D47"/>
                </a:solidFill>
              </a:rPr>
              <a:t>NUMBER PREDICTOR</a:t>
            </a: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A9D29E60-58D1-45FC-8F2A-ADEF2F193C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1701" y="5672706"/>
            <a:ext cx="951908" cy="754673"/>
          </a:xfrm>
        </p:spPr>
        <p:txBody>
          <a:bodyPr/>
          <a:lstStyle/>
          <a:p>
            <a:fld id="{5709AFD8-D051-4223-B8CF-1EC150CE8836}" type="slidenum">
              <a:rPr lang="en-US" smtClean="0">
                <a:solidFill>
                  <a:srgbClr val="6F2D47"/>
                </a:solidFill>
              </a:rPr>
              <a:pPr/>
              <a:t>6</a:t>
            </a:fld>
            <a:endParaRPr lang="en-US" dirty="0">
              <a:solidFill>
                <a:srgbClr val="6F2D47"/>
              </a:solidFill>
            </a:endParaRPr>
          </a:p>
        </p:txBody>
      </p:sp>
      <p:pic>
        <p:nvPicPr>
          <p:cNvPr id="2" name="Graphic 1" descr="Thought bubble outline">
            <a:extLst>
              <a:ext uri="{FF2B5EF4-FFF2-40B4-BE49-F238E27FC236}">
                <a16:creationId xmlns:a16="http://schemas.microsoft.com/office/drawing/2014/main" id="{6F321F94-0706-719F-FF8C-29CD3D3713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8475" y="644618"/>
            <a:ext cx="763094" cy="763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43748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8B644-5F5A-4E5B-BA28-DE6E222EB9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1024" y="860615"/>
            <a:ext cx="4973746" cy="3426107"/>
          </a:xfrm>
        </p:spPr>
        <p:txBody>
          <a:bodyPr/>
          <a:lstStyle/>
          <a:p>
            <a:r>
              <a:rPr lang="en-US" dirty="0" err="1">
                <a:solidFill>
                  <a:srgbClr val="6F2D47"/>
                </a:solidFill>
              </a:rPr>
              <a:t>Dankeschön</a:t>
            </a:r>
            <a:r>
              <a:rPr lang="en-US" dirty="0">
                <a:solidFill>
                  <a:srgbClr val="6F2D47"/>
                </a:solidFill>
              </a:rPr>
              <a:t>!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3C76A6-847B-4C82-B5E0-00AA09AD00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6826" y="5184479"/>
            <a:ext cx="5249174" cy="660166"/>
          </a:xfrm>
        </p:spPr>
        <p:txBody>
          <a:bodyPr/>
          <a:lstStyle/>
          <a:p>
            <a:r>
              <a:rPr lang="en-US" dirty="0">
                <a:solidFill>
                  <a:srgbClr val="6F2D47"/>
                </a:solidFill>
              </a:rPr>
              <a:t>Hannah Kraft und Aimee Elaine Grundei</a:t>
            </a:r>
          </a:p>
        </p:txBody>
      </p:sp>
      <p:pic>
        <p:nvPicPr>
          <p:cNvPr id="101" name="Picture Placeholder 100" descr="Office Desk with keyboard, pencil, notebook, reading glasses, phome">
            <a:extLst>
              <a:ext uri="{FF2B5EF4-FFF2-40B4-BE49-F238E27FC236}">
                <a16:creationId xmlns:a16="http://schemas.microsoft.com/office/drawing/2014/main" id="{FB375E85-E1B2-43CF-B21B-9B8C2110B7FD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40805" y="346969"/>
            <a:ext cx="4308475" cy="5669280"/>
          </a:xfrm>
        </p:spPr>
      </p:pic>
      <p:sp>
        <p:nvSpPr>
          <p:cNvPr id="28" name="Footer Placeholder 27">
            <a:extLst>
              <a:ext uri="{FF2B5EF4-FFF2-40B4-BE49-F238E27FC236}">
                <a16:creationId xmlns:a16="http://schemas.microsoft.com/office/drawing/2014/main" id="{F13935AE-5DF2-446C-8700-C187C6E71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9233562" y="2578525"/>
            <a:ext cx="4114800" cy="365125"/>
          </a:xfrm>
        </p:spPr>
        <p:txBody>
          <a:bodyPr/>
          <a:lstStyle/>
          <a:p>
            <a:r>
              <a:rPr lang="en-US" dirty="0">
                <a:solidFill>
                  <a:srgbClr val="6F2D47"/>
                </a:solidFill>
              </a:rPr>
              <a:t>NUMBER PREDICTOR</a:t>
            </a:r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A71A34B9-CDBE-4F6F-A2CD-04C420DB3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1701" y="5672706"/>
            <a:ext cx="951908" cy="754673"/>
          </a:xfrm>
        </p:spPr>
        <p:txBody>
          <a:bodyPr/>
          <a:lstStyle/>
          <a:p>
            <a:fld id="{42B7CBA4-B6F8-42AF-9F87-A3019C537482}" type="slidenum">
              <a:rPr lang="en-US" smtClean="0">
                <a:solidFill>
                  <a:srgbClr val="6F2D47"/>
                </a:solidFill>
              </a:rPr>
              <a:pPr/>
              <a:t>7</a:t>
            </a:fld>
            <a:endParaRPr lang="en-US" dirty="0">
              <a:solidFill>
                <a:srgbClr val="6F2D4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4482673"/>
      </p:ext>
    </p:extLst>
  </p:cSld>
  <p:clrMapOvr>
    <a:masterClrMapping/>
  </p:clrMapOvr>
</p:sld>
</file>

<file path=ppt/theme/theme1.xml><?xml version="1.0" encoding="utf-8"?>
<a:theme xmlns:a="http://schemas.openxmlformats.org/drawingml/2006/main" name="MemoVTI">
  <a:themeElements>
    <a:clrScheme name="Custom 1">
      <a:dk1>
        <a:srgbClr val="000000"/>
      </a:dk1>
      <a:lt1>
        <a:srgbClr val="FFFFFF"/>
      </a:lt1>
      <a:dk2>
        <a:srgbClr val="192033"/>
      </a:dk2>
      <a:lt2>
        <a:srgbClr val="F3EAD9"/>
      </a:lt2>
      <a:accent1>
        <a:srgbClr val="6F2C47"/>
      </a:accent1>
      <a:accent2>
        <a:srgbClr val="2F4FA7"/>
      </a:accent2>
      <a:accent3>
        <a:srgbClr val="76A899"/>
      </a:accent3>
      <a:accent4>
        <a:srgbClr val="D4669D"/>
      </a:accent4>
      <a:accent5>
        <a:srgbClr val="F2855A"/>
      </a:accent5>
      <a:accent6>
        <a:srgbClr val="C44732"/>
      </a:accent6>
      <a:hlink>
        <a:srgbClr val="3F7AAF"/>
      </a:hlink>
      <a:folHlink>
        <a:srgbClr val="9E4687"/>
      </a:folHlink>
    </a:clrScheme>
    <a:fontScheme name="Elephant Univers Condensed">
      <a:majorFont>
        <a:latin typeface="Elephant"/>
        <a:ea typeface=""/>
        <a:cs typeface=""/>
      </a:majorFont>
      <a:minorFont>
        <a:latin typeface="Univers Condense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moVTI" id="{DF30D94D-D909-45F8-8565-C675708280D4}" vid="{636A8D8B-0354-48FA-9492-83E81C26161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lcf76f155ced4ddcb4097134ff3c332f xmlns="71af3243-3dd4-4a8d-8c0d-dd76da1f02a5">
      <Terms xmlns="http://schemas.microsoft.com/office/infopath/2007/PartnerControls"/>
    </lcf76f155ced4ddcb4097134ff3c332f>
    <TaxCatchAll xmlns="230e9df3-be65-4c73-a93b-d1236ebd677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8" ma:contentTypeDescription="Create a new document." ma:contentTypeScope="" ma:versionID="22a266b9fa9a230c5a512669d8b298c3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ddc33fff6b14141ee5c74a0d29ea6a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2:lcf76f155ced4ddcb4097134ff3c332f" minOccurs="0"/>
                <xsd:element ref="ns4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lcf76f155ced4ddcb4097134ff3c332f" ma:index="24" nillable="true" ma:taxonomy="true" ma:internalName="lcf76f155ced4ddcb4097134ff3c332f" ma:taxonomyFieldName="MediaServiceAITags" ma:displayName="Image Tags" ma:readOnly="false" ma:fieldId="{5cf76f15-5ced-4ddc-b409-7134ff3c332f}" ma:taxonomyMulti="true" ma:sspId="e385fb40-52d4-4fae-9c5b-3e8ff8a5878e" ma:termSetId="09814cd3-568e-4e90-9814-8d621ff8fb84" ma:anchorId="00000000-0000-0000-0000-000000000000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5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73ADB9C-2137-454E-93EA-8050CA9AC5B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8BA3AEB-0B6D-4F09-8EB6-86588D7AB1E7}">
  <ds:schemaRefs>
    <ds:schemaRef ds:uri="http://purl.org/dc/elements/1.1/"/>
    <ds:schemaRef ds:uri="http://schemas.microsoft.com/sharepoint/v3"/>
    <ds:schemaRef ds:uri="http://schemas.microsoft.com/office/2006/documentManagement/types"/>
    <ds:schemaRef ds:uri="http://schemas.microsoft.com/office/2006/metadata/properties"/>
    <ds:schemaRef ds:uri="http://purl.org/dc/dcmitype/"/>
    <ds:schemaRef ds:uri="http://schemas.microsoft.com/office/infopath/2007/PartnerControls"/>
    <ds:schemaRef ds:uri="http://purl.org/dc/terms/"/>
    <ds:schemaRef ds:uri="16c05727-aa75-4e4a-9b5f-8a80a1165891"/>
    <ds:schemaRef ds:uri="http://schemas.openxmlformats.org/package/2006/metadata/core-properties"/>
    <ds:schemaRef ds:uri="230e9df3-be65-4c73-a93b-d1236ebd677e"/>
    <ds:schemaRef ds:uri="71af3243-3dd4-4a8d-8c0d-dd76da1f02a5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F207BF10-CF7B-4768-919D-354C4FEDF0A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1c3ba50a-93e8-411f-aceb-87183474575f}" enabled="1" method="Standard" siteId="{3bfeb222-e42c-4535-aace-ea6f7751369b}" removed="0"/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103</TotalTime>
  <Words>174</Words>
  <Application>Microsoft Macintosh PowerPoint</Application>
  <PresentationFormat>Widescreen</PresentationFormat>
  <Paragraphs>80</Paragraphs>
  <Slides>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MemoVTI</vt:lpstr>
      <vt:lpstr>Number Predictor</vt:lpstr>
      <vt:lpstr>Agenda</vt:lpstr>
      <vt:lpstr>CNN</vt:lpstr>
      <vt:lpstr>Frontend</vt:lpstr>
      <vt:lpstr>Backend</vt:lpstr>
      <vt:lpstr>Ausblick</vt:lpstr>
      <vt:lpstr>Dankeschön!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Grundei, Aimee</cp:lastModifiedBy>
  <cp:revision>5</cp:revision>
  <dcterms:created xsi:type="dcterms:W3CDTF">2025-11-11T09:58:21Z</dcterms:created>
  <dcterms:modified xsi:type="dcterms:W3CDTF">2025-11-20T13:26:37Z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